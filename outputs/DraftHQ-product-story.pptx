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0e5b5ef7894cc2" /><Relationship Type="http://schemas.openxmlformats.org/officeDocument/2006/relationships/extended-properties" Target="/docProps/app.xml" Id="Re99376af0d454d42" /><Relationship Type="http://schemas.openxmlformats.org/officeDocument/2006/relationships/officeDocument" Target="/ppt/presentation.xml" Id="R29d213f574864d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6d6556cd748e1"/>
  </p:sldMasterIdLst>
  <p:notesMasterIdLst>
    <p:notesMasterId xmlns:r="http://schemas.openxmlformats.org/officeDocument/2006/relationships" r:id="R6aa184870bd44b6c"/>
  </p:notesMasterIdLst>
  <p:sldIdLst>
    <p:sldId xmlns:r="http://schemas.openxmlformats.org/officeDocument/2006/relationships" id="256" r:id="Rb3bcc4620cfc4a8c"/>
    <p:sldId xmlns:r="http://schemas.openxmlformats.org/officeDocument/2006/relationships" id="257" r:id="R6c5a1c369df9417d"/>
    <p:sldId xmlns:r="http://schemas.openxmlformats.org/officeDocument/2006/relationships" id="258" r:id="R4c6adca18c1f4aab"/>
    <p:sldId xmlns:r="http://schemas.openxmlformats.org/officeDocument/2006/relationships" id="259" r:id="Rc3cfb2dd6f424aef"/>
    <p:sldId xmlns:r="http://schemas.openxmlformats.org/officeDocument/2006/relationships" id="260" r:id="Ra9c95f0be26940bc"/>
    <p:sldId xmlns:r="http://schemas.openxmlformats.org/officeDocument/2006/relationships" id="261" r:id="R263dd15bf70d4622"/>
    <p:sldId xmlns:r="http://schemas.openxmlformats.org/officeDocument/2006/relationships" id="262" r:id="R2ca5c30547104f17"/>
    <p:sldId xmlns:r="http://schemas.openxmlformats.org/officeDocument/2006/relationships" id="263" r:id="R348984849dac4774"/>
    <p:sldId xmlns:r="http://schemas.openxmlformats.org/officeDocument/2006/relationships" id="264" r:id="R596dabb0e910468d"/>
    <p:sldId xmlns:r="http://schemas.openxmlformats.org/officeDocument/2006/relationships" id="265" r:id="R251c4ef7804c4b3b"/>
    <p:sldId xmlns:r="http://schemas.openxmlformats.org/officeDocument/2006/relationships" id="266" r:id="R89618d7238a94092"/>
    <p:sldId xmlns:r="http://schemas.openxmlformats.org/officeDocument/2006/relationships" id="267" r:id="R1619821a32e146e0"/>
    <p:sldId xmlns:r="http://schemas.openxmlformats.org/officeDocument/2006/relationships" id="268" r:id="Rc82f592c07454489"/>
    <p:sldId xmlns:r="http://schemas.openxmlformats.org/officeDocument/2006/relationships" id="269" r:id="R61ba8a14244b49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bf5568a144de5" /><Relationship Type="http://schemas.openxmlformats.org/officeDocument/2006/relationships/slideMaster" Target="/ppt/slideMasters/slideMaster1.xml" Id="R9666d6556cd748e1" /><Relationship Type="http://schemas.openxmlformats.org/officeDocument/2006/relationships/notesMaster" Target="/ppt/notesMasters/notesMaster1.xml" Id="R6aa184870bd44b6c" /><Relationship Type="http://schemas.openxmlformats.org/officeDocument/2006/relationships/presProps" Target="/ppt/presProps.xml" Id="R8a37250364244a9a" /><Relationship Type="http://schemas.openxmlformats.org/officeDocument/2006/relationships/tableStyles" Target="/ppt/tableStyles.xml" Id="R01e4b007463e4f60" /><Relationship Type="http://schemas.openxmlformats.org/officeDocument/2006/relationships/slide" Target="/ppt/slides/slide1.xml" Id="Rb3bcc4620cfc4a8c" /><Relationship Type="http://schemas.openxmlformats.org/officeDocument/2006/relationships/slide" Target="/ppt/slides/slide2.xml" Id="R6c5a1c369df9417d" /><Relationship Type="http://schemas.openxmlformats.org/officeDocument/2006/relationships/slide" Target="/ppt/slides/slide3.xml" Id="R4c6adca18c1f4aab" /><Relationship Type="http://schemas.openxmlformats.org/officeDocument/2006/relationships/slide" Target="/ppt/slides/slide4.xml" Id="Rc3cfb2dd6f424aef" /><Relationship Type="http://schemas.openxmlformats.org/officeDocument/2006/relationships/slide" Target="/ppt/slides/slide5.xml" Id="Ra9c95f0be26940bc" /><Relationship Type="http://schemas.openxmlformats.org/officeDocument/2006/relationships/slide" Target="/ppt/slides/slide6.xml" Id="R263dd15bf70d4622" /><Relationship Type="http://schemas.openxmlformats.org/officeDocument/2006/relationships/slide" Target="/ppt/slides/slide7.xml" Id="R2ca5c30547104f17" /><Relationship Type="http://schemas.openxmlformats.org/officeDocument/2006/relationships/slide" Target="/ppt/slides/slide8.xml" Id="R348984849dac4774" /><Relationship Type="http://schemas.openxmlformats.org/officeDocument/2006/relationships/slide" Target="/ppt/slides/slide9.xml" Id="R596dabb0e910468d" /><Relationship Type="http://schemas.openxmlformats.org/officeDocument/2006/relationships/slide" Target="/ppt/slides/slide10.xml" Id="R251c4ef7804c4b3b" /><Relationship Type="http://schemas.openxmlformats.org/officeDocument/2006/relationships/slide" Target="/ppt/slides/slide11.xml" Id="R89618d7238a94092" /><Relationship Type="http://schemas.openxmlformats.org/officeDocument/2006/relationships/slide" Target="/ppt/slides/slide12.xml" Id="R1619821a32e146e0" /><Relationship Type="http://schemas.openxmlformats.org/officeDocument/2006/relationships/slide" Target="/ppt/slides/slide13.xml" Id="Rc82f592c07454489" /><Relationship Type="http://schemas.openxmlformats.org/officeDocument/2006/relationships/slide" Target="/ppt/slides/slide14.xml" Id="R61ba8a14244b49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f5829610746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eddd55be164040" /><Relationship Type="http://schemas.openxmlformats.org/officeDocument/2006/relationships/notesMaster" Target="/ppt/notesMasters/notesMaster1.xml" Id="Rba195487e39a4a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5980947fdc47e3" /><Relationship Type="http://schemas.openxmlformats.org/officeDocument/2006/relationships/notesMaster" Target="/ppt/notesMasters/notesMaster1.xml" Id="R3b06a9b4a57042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fb5b3e9654ac0" /><Relationship Type="http://schemas.openxmlformats.org/officeDocument/2006/relationships/notesMaster" Target="/ppt/notesMasters/notesMaster1.xml" Id="R241a952cde4344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094d3c6b914eb0" /><Relationship Type="http://schemas.openxmlformats.org/officeDocument/2006/relationships/notesMaster" Target="/ppt/notesMasters/notesMaster1.xml" Id="Radb2a8abfeaa4e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cdf11ba2254c97" /><Relationship Type="http://schemas.openxmlformats.org/officeDocument/2006/relationships/notesMaster" Target="/ppt/notesMasters/notesMaster1.xml" Id="R864b1560b9ae40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d2f3b2141e4cfc" /><Relationship Type="http://schemas.openxmlformats.org/officeDocument/2006/relationships/notesMaster" Target="/ppt/notesMasters/notesMaster1.xml" Id="R7115e1b98f3e4b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2a19de29a44691" /><Relationship Type="http://schemas.openxmlformats.org/officeDocument/2006/relationships/notesMaster" Target="/ppt/notesMasters/notesMaster1.xml" Id="Rbd32ad0723024c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b39c99b818425f" /><Relationship Type="http://schemas.openxmlformats.org/officeDocument/2006/relationships/notesMaster" Target="/ppt/notesMasters/notesMaster1.xml" Id="R75a2bba3756743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319aea8ef444ec" /><Relationship Type="http://schemas.openxmlformats.org/officeDocument/2006/relationships/notesMaster" Target="/ppt/notesMasters/notesMaster1.xml" Id="Rda049d2ba42740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e33e9362cc47d5" /><Relationship Type="http://schemas.openxmlformats.org/officeDocument/2006/relationships/notesMaster" Target="/ppt/notesMasters/notesMaster1.xml" Id="R3fa29826d2184f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07524897c84439" /><Relationship Type="http://schemas.openxmlformats.org/officeDocument/2006/relationships/notesMaster" Target="/ppt/notesMasters/notesMaster1.xml" Id="R16420f562b994f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8456dc28f84713" /><Relationship Type="http://schemas.openxmlformats.org/officeDocument/2006/relationships/notesMaster" Target="/ppt/notesMasters/notesMaster1.xml" Id="R500379019a8e48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9b758381834104" /><Relationship Type="http://schemas.openxmlformats.org/officeDocument/2006/relationships/notesMaster" Target="/ppt/notesMasters/notesMaster1.xml" Id="Ra4bf86e765ed4c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1dfb094d514ef6" /><Relationship Type="http://schemas.openxmlformats.org/officeDocument/2006/relationships/notesMaster" Target="/ppt/notesMasters/notesMaster1.xml" Id="R3b6ddfe606dd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80d21fdde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82527d50e5495e" /><Relationship Type="http://schemas.openxmlformats.org/officeDocument/2006/relationships/slideLayout" Target="/ppt/slideLayouts/slideLayout1.xml" Id="R8ea98e64954d46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98e64954d46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6c15cdff342f1" /><Relationship Type="http://schemas.openxmlformats.org/officeDocument/2006/relationships/image" Target="/ppt/media/image.png" Id="Rcf69698623d14ebb" /><Relationship Type="http://schemas.openxmlformats.org/officeDocument/2006/relationships/notesSlide" Target="/ppt/notesSlides/notesSlide1.xml" Id="R98b3a774d23d48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a1e36ee794706" /><Relationship Type="http://schemas.openxmlformats.org/officeDocument/2006/relationships/notesSlide" Target="/ppt/notesSlides/notesSlide2.xml" Id="Rbc26d17bb02a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1f856fc564a1e" /><Relationship Type="http://schemas.openxmlformats.org/officeDocument/2006/relationships/notesSlide" Target="/ppt/notesSlides/notesSlide3.xml" Id="R2b6503c0775f4f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9154ee7e74bd0" /><Relationship Type="http://schemas.openxmlformats.org/officeDocument/2006/relationships/notesSlide" Target="/ppt/notesSlides/notesSlide4.xml" Id="Rc78a09c39f954f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e3faad32c420d" /><Relationship Type="http://schemas.openxmlformats.org/officeDocument/2006/relationships/notesSlide" Target="/ppt/notesSlides/notesSlide5.xml" Id="Rffdc0641ae31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7f7aaf21b4e31" /><Relationship Type="http://schemas.openxmlformats.org/officeDocument/2006/relationships/notesSlide" Target="/ppt/notesSlides/notesSlide6.xml" Id="Rccd3a7e801044d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ea73e1bd24228" /><Relationship Type="http://schemas.openxmlformats.org/officeDocument/2006/relationships/notesSlide" Target="/ppt/notesSlides/notesSlide7.xml" Id="Ra4af0f8f782045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bec8ef8c94779" /><Relationship Type="http://schemas.openxmlformats.org/officeDocument/2006/relationships/notesSlide" Target="/ppt/notesSlides/notesSlide8.xml" Id="R3b92b183b9714d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2fafe15994bdf" /><Relationship Type="http://schemas.openxmlformats.org/officeDocument/2006/relationships/notesSlide" Target="/ppt/notesSlides/notesSlide9.xml" Id="R4b3b4d7779b142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4dbaf828f40e9" /><Relationship Type="http://schemas.openxmlformats.org/officeDocument/2006/relationships/notesSlide" Target="/ppt/notesSlides/notesSlide10.xml" Id="Rb9f8fe68fd664e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ccde6849e46c2" /><Relationship Type="http://schemas.openxmlformats.org/officeDocument/2006/relationships/notesSlide" Target="/ppt/notesSlides/notesSlide11.xml" Id="Rb2dd919f43a340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bfbec3ef04fe4" /><Relationship Type="http://schemas.openxmlformats.org/officeDocument/2006/relationships/notesSlide" Target="/ppt/notesSlides/notesSlide12.xml" Id="R602df9cd58ec4e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c41003aae4e2f" /><Relationship Type="http://schemas.openxmlformats.org/officeDocument/2006/relationships/notesSlide" Target="/ppt/notesSlides/notesSlide13.xml" Id="Re2b13038410148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b520855134174" /><Relationship Type="http://schemas.openxmlformats.org/officeDocument/2006/relationships/image" Target="/ppt/media/image2.png" Id="R484e116ad60240df" /><Relationship Type="http://schemas.openxmlformats.org/officeDocument/2006/relationships/notesSlide" Target="/ppt/notesSlides/notesSlide14.xml" Id="R7fa31523635e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nd">
            <a:extLst xmlns:a="http://schemas.openxmlformats.org/drawingml/2006/main">
              <a:ext uri="{FF2B5EF4-FFF2-40B4-BE49-F238E27FC236}">
                <a16:creationId xmlns:a16="http://schemas.microsoft.com/office/drawing/2014/main" id="{84F919C9-74F2-4992-B835-0A53330A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47A91AE-8D30-48D3-BB9E-CA7840D8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F84"/>
                </a:solidFill>
              </a:defRPr>
            </a:pPr>
            <a:r>
              <a:rPr sz="1125" b="1">
                <a:solidFill>
                  <a:srgbClr val="0F8F84"/>
                </a:solidFill>
              </a:rPr>
              <a:t>PRODUCT STORY • JUNE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BC9032F-2A75-4B3F-A0E2-14B3EC1B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19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7111F"/>
                </a:solidFill>
              </a:defRPr>
            </a:pPr>
            <a:r>
              <a:rPr sz="4500" b="1">
                <a:solidFill>
                  <a:srgbClr val="07111F"/>
                </a:solidFill>
              </a:rPr>
              <a:t>Draft night, built to feel shared.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0FBE14-A8D0-4234-A99D-F4271C8C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16D"/>
                </a:solidFill>
              </a:defRPr>
            </a:pPr>
            <a:r>
              <a:rPr sz="1875" b="0">
                <a:solidFill>
                  <a:srgbClr val="53616D"/>
                </a:solidFill>
              </a:rPr>
              <a:t>DraftHQ combines a reliable multiplayer draft room with the league workspace that surrounds it.</a:t>
            </a:r>
          </a:p>
        </p:txBody>
      </p:sp>
      <p:sp>
        <p:nvSpPr>
          <p:cNvPr id="5" name="pill-CURRENT STATE + ROADMAP-42">
            <a:extLst xmlns:a="http://schemas.openxmlformats.org/drawingml/2006/main">
              <a:ext uri="{FF2B5EF4-FFF2-40B4-BE49-F238E27FC236}">
                <a16:creationId xmlns:a16="http://schemas.microsoft.com/office/drawing/2014/main" id="{B0540AE8-F313-4A0A-9006-EEE8CC2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ll-text-CURRENT STATE + ROADMAP-42">
            <a:extLst xmlns:a="http://schemas.openxmlformats.org/drawingml/2006/main">
              <a:ext uri="{FF2B5EF4-FFF2-40B4-BE49-F238E27FC236}">
                <a16:creationId xmlns:a16="http://schemas.microsoft.com/office/drawing/2014/main" id="{F67290BF-1F12-4736-8F50-AAB75864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CURRENT STATE + ROADMAP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9698623d14ebb"/>
          <a:stretch xmlns:a="http://schemas.openxmlformats.org/drawingml/2006/main"/>
        </p:blipFill>
        <p:spPr>
          <a:xfrm xmlns:a="http://schemas.openxmlformats.org/drawingml/2006/main">
            <a:off x="400050" y="5347648"/>
            <a:ext cx="3333750" cy="696604"/>
          </a:xfrm>
          <a:prstGeom xmlns:a="http://schemas.openxmlformats.org/drawingml/2006/main" prst="rect">
            <a:avLst/>
          </a:prstGeom>
        </p:spPr>
      </p:pic>
      <p:sp>
        <p:nvSpPr>
          <p:cNvPr id="8" name="cover-note">
            <a:extLst xmlns:a="http://schemas.openxmlformats.org/drawingml/2006/main">
              <a:ext uri="{FF2B5EF4-FFF2-40B4-BE49-F238E27FC236}">
                <a16:creationId xmlns:a16="http://schemas.microsoft.com/office/drawing/2014/main" id="{DABDEC16-E883-4A6F-BBD4-07C503C3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 presentation-ready tour of what exists today—and what comes next.</a:t>
            </a:r>
          </a:p>
        </p:txBody>
      </p:sp>
    </p:spTree>
    <p:extLst>
      <p:ext uri="{BB962C8B-B14F-4D97-AF65-F5344CB8AC3E}">
        <p14:creationId xmlns:p14="http://schemas.microsoft.com/office/powerpoint/2010/main" val="164037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8EE8B752-B078-495D-8FEE-B5084E4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THE IDEA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C5B7AC2-3C56-47BA-80C1-EA2643B2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One product, two moments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A31D4A-3236-44FB-B8DE-35EEB7D4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02</a:t>
            </a:r>
          </a:p>
        </p:txBody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37B62AFB-81B9-43FB-978D-CB7CC23A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DraftHQ starts with the highest-pressure league moment—the live draft—and grows outward into the league’s operating home.</a:t>
            </a:r>
          </a:p>
        </p:txBody>
      </p:sp>
      <p:cxnSp>
        <p:nvCxnSpPr>
          <p:cNvPr id="21" name="rule-42-272"/>
          <p:cNvCxnSpPr/>
          <p:nvPr/>
        </p:nvCxn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111F"/>
            </a:solidFill>
            <a:prstDash val="solid"/>
          </a:ln>
        </p:spPr>
      </p:cxn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AE8B72FC-DACB-4543-B5A6-16E18AC3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8F84"/>
                </a:solidFill>
              </a:defRPr>
            </a:pPr>
            <a:r>
              <a:rPr sz="3900" b="1">
                <a:solidFill>
                  <a:srgbClr val="0F8F84"/>
                </a:solidFill>
              </a:rPr>
              <a:t>142</a:t>
            </a:r>
          </a:p>
        </p:txBody>
      </p:sp>
      <p:sp>
        <p:nvSpPr>
          <p:cNvPr id="7" name="metric-desc-0">
            <a:extLst xmlns:a="http://schemas.openxmlformats.org/drawingml/2006/main">
              <a:ext uri="{FF2B5EF4-FFF2-40B4-BE49-F238E27FC236}">
                <a16:creationId xmlns:a16="http://schemas.microsoft.com/office/drawing/2014/main" id="{784659A5-BC83-4FAE-97E7-8A98740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unit tests passing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B2342C38-6D82-425C-AFF0-6744DA01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03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111F"/>
                </a:solidFill>
              </a:defRPr>
            </a:pPr>
            <a:r>
              <a:rPr sz="3900" b="1">
                <a:solidFill>
                  <a:srgbClr val="07111F"/>
                </a:solidFill>
              </a:rPr>
              <a:t>21</a:t>
            </a:r>
          </a:p>
        </p:txBody>
      </p:sp>
      <p:sp>
        <p:nvSpPr>
          <p:cNvPr id="9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23E6F89E-9AF5-4E01-BB35-C8405C83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application routes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345877AF-3BD6-4D0B-BA28-F1C30FF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03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111F"/>
                </a:solidFill>
              </a:defRPr>
            </a:pPr>
            <a:r>
              <a:rPr sz="3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11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09ABCFD3-BC57-403F-8EEA-4F95426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provider paths</a:t>
            </a:r>
          </a:p>
        </p:txBody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A7929F45-BB0B-43B5-ACE3-96B693CB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111F"/>
                </a:solidFill>
              </a:defRPr>
            </a:pPr>
            <a:r>
              <a:rPr sz="3900" b="1">
                <a:solidFill>
                  <a:srgbClr val="07111F"/>
                </a:solidFill>
              </a:rPr>
              <a:t>44</a:t>
            </a:r>
          </a:p>
        </p:txBody>
      </p:sp>
      <p:sp>
        <p:nvSpPr>
          <p:cNvPr id="13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67FDA37A-B20D-4174-85D7-550D9130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338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database migrations</a:t>
            </a:r>
          </a:p>
        </p:txBody>
      </p:sp>
      <p:sp>
        <p:nvSpPr>
          <p:cNvPr id="14" name="thesis-band">
            <a:extLst xmlns:a="http://schemas.openxmlformats.org/drawingml/2006/main">
              <a:ext uri="{FF2B5EF4-FFF2-40B4-BE49-F238E27FC236}">
                <a16:creationId xmlns:a16="http://schemas.microsoft.com/office/drawing/2014/main" id="{32BFF316-12AB-4A8F-8DA1-C14298CF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hesis-left">
            <a:extLst xmlns:a="http://schemas.openxmlformats.org/drawingml/2006/main">
              <a:ext uri="{FF2B5EF4-FFF2-40B4-BE49-F238E27FC236}">
                <a16:creationId xmlns:a16="http://schemas.microsoft.com/office/drawing/2014/main" id="{AF7F77A3-84D6-40D4-AA71-015DF316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Reliable multiplayer draft room first</a:t>
            </a:r>
          </a:p>
        </p:txBody>
      </p:sp>
      <p:sp>
        <p:nvSpPr>
          <p:cNvPr id="16" name="thesis-right">
            <a:extLst xmlns:a="http://schemas.openxmlformats.org/drawingml/2006/main">
              <a:ext uri="{FF2B5EF4-FFF2-40B4-BE49-F238E27FC236}">
                <a16:creationId xmlns:a16="http://schemas.microsoft.com/office/drawing/2014/main" id="{56C66036-2362-4A49-AB91-9A8F4CD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6D"/>
                </a:solidFill>
              </a:defRPr>
            </a:pPr>
            <a:r>
              <a:rPr sz="1575" b="0">
                <a:solidFill>
                  <a:srgbClr val="53616D"/>
                </a:solidFill>
              </a:rPr>
              <a:t>Then ownership, imports, commissioner tools, mobile, history, and the fun stuff.</a:t>
            </a:r>
          </a:p>
        </p:txBody>
      </p:sp>
    </p:spTree>
    <p:extLst>
      <p:ext uri="{BB962C8B-B14F-4D97-AF65-F5344CB8AC3E}">
        <p14:creationId xmlns:p14="http://schemas.microsoft.com/office/powerpoint/2010/main" val="1780312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FD1C9C1C-CA47-4719-A24F-CE32D35F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EXPERIENCE MAP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22132AC-85F0-469B-98BF-F501992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The league journey is already visible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D652B2A7-19B0-4FF9-9330-1D2B3E5A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03</a:t>
            </a:r>
          </a:p>
        </p:txBody>
      </p:sp>
      <p:cxnSp>
        <p:nvCxnSpPr>
          <p:cNvPr id="45" name="rule-72-340"/>
          <p:cNvCxnSpPr/>
          <p:nvPr/>
        </p:nvCxnSpPr>
        <p:spPr>
          <a:xfrm xmlns:a="http://schemas.openxmlformats.org/drawingml/2006/main">
            <a:off x="685800" y="32385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DD3"/>
            </a:solidFill>
            <a:prstDash val="solid"/>
          </a:ln>
        </p:spPr>
      </p:cxnSp>
      <p:sp>
        <p:nvSpPr>
          <p:cNvPr id="5" name="dot-72-334">
            <a:extLst xmlns:a="http://schemas.openxmlformats.org/drawingml/2006/main">
              <a:ext uri="{FF2B5EF4-FFF2-40B4-BE49-F238E27FC236}">
                <a16:creationId xmlns:a16="http://schemas.microsoft.com/office/drawing/2014/main" id="{0FEE34B0-F69B-4655-A7B8-59363220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9358C13E-5372-4BF8-AE5A-973ED738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01</a:t>
            </a:r>
          </a:p>
        </p:txBody>
      </p:sp>
      <p:sp>
        <p:nvSpPr>
          <p:cNvPr id="7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F03DA8AD-85B4-4F07-80EF-C8EE35BF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Create</a:t>
            </a:r>
          </a:p>
        </p:txBody>
      </p:sp>
      <p:sp>
        <p:nvSpPr>
          <p:cNvPr id="8" name="journey-desc-0">
            <a:extLst xmlns:a="http://schemas.openxmlformats.org/drawingml/2006/main">
              <a:ext uri="{FF2B5EF4-FFF2-40B4-BE49-F238E27FC236}">
                <a16:creationId xmlns:a16="http://schemas.microsoft.com/office/drawing/2014/main" id="{2E77F7F0-F7E4-4693-8298-982E3E2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Start a persistent league</a:t>
            </a:r>
          </a:p>
        </p:txBody>
      </p:sp>
      <p:sp>
        <p:nvSpPr>
          <p:cNvPr id="9" name="pill-LIVE-42">
            <a:extLst xmlns:a="http://schemas.openxmlformats.org/drawingml/2006/main">
              <a:ext uri="{FF2B5EF4-FFF2-40B4-BE49-F238E27FC236}">
                <a16:creationId xmlns:a16="http://schemas.microsoft.com/office/drawing/2014/main" id="{E64A1BBA-B32D-46FF-AA8C-80CFEA5F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l-text-LIVE-42">
            <a:extLst xmlns:a="http://schemas.openxmlformats.org/drawingml/2006/main">
              <a:ext uri="{FF2B5EF4-FFF2-40B4-BE49-F238E27FC236}">
                <a16:creationId xmlns:a16="http://schemas.microsoft.com/office/drawing/2014/main" id="{59005517-CADE-4F01-97BF-803C40DA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11" name="dot-276-334">
            <a:extLst xmlns:a="http://schemas.openxmlformats.org/drawingml/2006/main">
              <a:ext uri="{FF2B5EF4-FFF2-40B4-BE49-F238E27FC236}">
                <a16:creationId xmlns:a16="http://schemas.microsoft.com/office/drawing/2014/main" id="{6E27FCA9-8A9E-4300-9B4A-9FFD421C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6F15D74C-FE74-4BB3-96D3-D9084F92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02</a:t>
            </a:r>
          </a:p>
        </p:txBody>
      </p:sp>
      <p:sp>
        <p:nvSpPr>
          <p:cNvPr id="13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DCE63F05-D9DD-4AB6-A6CA-66A12847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Organize</a:t>
            </a:r>
          </a:p>
        </p:txBody>
      </p:sp>
      <p:sp>
        <p:nvSpPr>
          <p:cNvPr id="14" name="journey-desc-1">
            <a:extLst xmlns:a="http://schemas.openxmlformats.org/drawingml/2006/main">
              <a:ext uri="{FF2B5EF4-FFF2-40B4-BE49-F238E27FC236}">
                <a16:creationId xmlns:a16="http://schemas.microsoft.com/office/drawing/2014/main" id="{9A57932A-4670-4312-8C3C-8664269C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Members, teams, owners</a:t>
            </a:r>
          </a:p>
        </p:txBody>
      </p:sp>
      <p:sp>
        <p:nvSpPr>
          <p:cNvPr id="15" name="pill-LIVE-246">
            <a:extLst xmlns:a="http://schemas.openxmlformats.org/drawingml/2006/main">
              <a:ext uri="{FF2B5EF4-FFF2-40B4-BE49-F238E27FC236}">
                <a16:creationId xmlns:a16="http://schemas.microsoft.com/office/drawing/2014/main" id="{08BAE942-12D1-4E2F-AA4B-8DBA4ADF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ill-text-LIVE-246">
            <a:extLst xmlns:a="http://schemas.openxmlformats.org/drawingml/2006/main">
              <a:ext uri="{FF2B5EF4-FFF2-40B4-BE49-F238E27FC236}">
                <a16:creationId xmlns:a16="http://schemas.microsoft.com/office/drawing/2014/main" id="{221A3350-186A-4371-A106-40950A50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17" name="dot-480-334">
            <a:extLst xmlns:a="http://schemas.openxmlformats.org/drawingml/2006/main">
              <a:ext uri="{FF2B5EF4-FFF2-40B4-BE49-F238E27FC236}">
                <a16:creationId xmlns:a16="http://schemas.microsoft.com/office/drawing/2014/main" id="{3A372E42-3C8D-4364-9851-B6BB050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9D5976F1-DCC2-4D21-B07A-25CC3FFB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03</a:t>
            </a:r>
          </a:p>
        </p:txBody>
      </p:sp>
      <p:sp>
        <p:nvSpPr>
          <p:cNvPr id="19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C0D088FC-C0DC-4D40-864A-E8E0D921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Configure</a:t>
            </a:r>
          </a:p>
        </p:txBody>
      </p:sp>
      <p:sp>
        <p:nvSpPr>
          <p:cNvPr id="20" name="journey-desc-2">
            <a:extLst xmlns:a="http://schemas.openxmlformats.org/drawingml/2006/main">
              <a:ext uri="{FF2B5EF4-FFF2-40B4-BE49-F238E27FC236}">
                <a16:creationId xmlns:a16="http://schemas.microsoft.com/office/drawing/2014/main" id="{31CB87BC-9A11-4001-BA64-4D292C87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Order, rounds, timer</a:t>
            </a:r>
          </a:p>
        </p:txBody>
      </p:sp>
      <p:sp>
        <p:nvSpPr>
          <p:cNvPr id="21" name="pill-LIVE-450">
            <a:extLst xmlns:a="http://schemas.openxmlformats.org/drawingml/2006/main">
              <a:ext uri="{FF2B5EF4-FFF2-40B4-BE49-F238E27FC236}">
                <a16:creationId xmlns:a16="http://schemas.microsoft.com/office/drawing/2014/main" id="{B1931F30-A641-454A-88BD-C4E8D98B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ll-text-LIVE-450">
            <a:extLst xmlns:a="http://schemas.openxmlformats.org/drawingml/2006/main">
              <a:ext uri="{FF2B5EF4-FFF2-40B4-BE49-F238E27FC236}">
                <a16:creationId xmlns:a16="http://schemas.microsoft.com/office/drawing/2014/main" id="{CAE5E9CD-BC52-4D63-811B-A64442C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23" name="dot-684-334">
            <a:extLst xmlns:a="http://schemas.openxmlformats.org/drawingml/2006/main">
              <a:ext uri="{FF2B5EF4-FFF2-40B4-BE49-F238E27FC236}">
                <a16:creationId xmlns:a16="http://schemas.microsoft.com/office/drawing/2014/main" id="{52B0B5DE-FE05-41EE-8200-7D025EA6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022DFEBC-5914-4DBB-A107-9BE3DDDB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04</a:t>
            </a:r>
          </a:p>
        </p:txBody>
      </p:sp>
      <p:sp>
        <p:nvSpPr>
          <p:cNvPr id="25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A0F823C6-D6E0-4A6E-A2A4-8ED1B6E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Gather</a:t>
            </a:r>
          </a:p>
        </p:txBody>
      </p:sp>
      <p:sp>
        <p:nvSpPr>
          <p:cNvPr id="26" name="journey-desc-3">
            <a:extLst xmlns:a="http://schemas.openxmlformats.org/drawingml/2006/main">
              <a:ext uri="{FF2B5EF4-FFF2-40B4-BE49-F238E27FC236}">
                <a16:creationId xmlns:a16="http://schemas.microsoft.com/office/drawing/2014/main" id="{5345CF29-8792-4DDD-8EA0-B473C79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Lobby and chat</a:t>
            </a:r>
          </a:p>
        </p:txBody>
      </p:sp>
      <p:sp>
        <p:nvSpPr>
          <p:cNvPr id="27" name="pill-LIVE-654">
            <a:extLst xmlns:a="http://schemas.openxmlformats.org/drawingml/2006/main">
              <a:ext uri="{FF2B5EF4-FFF2-40B4-BE49-F238E27FC236}">
                <a16:creationId xmlns:a16="http://schemas.microsoft.com/office/drawing/2014/main" id="{C2F10E3C-C7EC-4B01-A2B2-427FEFEB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ill-text-LIVE-654">
            <a:extLst xmlns:a="http://schemas.openxmlformats.org/drawingml/2006/main">
              <a:ext uri="{FF2B5EF4-FFF2-40B4-BE49-F238E27FC236}">
                <a16:creationId xmlns:a16="http://schemas.microsoft.com/office/drawing/2014/main" id="{EFA0A0D0-8D77-446F-A2D1-FAEFFE5D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29" name="dot-888-334">
            <a:extLst xmlns:a="http://schemas.openxmlformats.org/drawingml/2006/main">
              <a:ext uri="{FF2B5EF4-FFF2-40B4-BE49-F238E27FC236}">
                <a16:creationId xmlns:a16="http://schemas.microsoft.com/office/drawing/2014/main" id="{487528CD-F492-4EF1-B106-88D642D3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journey-num-4">
            <a:extLst xmlns:a="http://schemas.openxmlformats.org/drawingml/2006/main">
              <a:ext uri="{FF2B5EF4-FFF2-40B4-BE49-F238E27FC236}">
                <a16:creationId xmlns:a16="http://schemas.microsoft.com/office/drawing/2014/main" id="{2D457F7E-4551-4212-AEAF-C6912FBC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05</a:t>
            </a:r>
          </a:p>
        </p:txBody>
      </p:sp>
      <p:sp>
        <p:nvSpPr>
          <p:cNvPr id="31" name="journey-title-4">
            <a:extLst xmlns:a="http://schemas.openxmlformats.org/drawingml/2006/main">
              <a:ext uri="{FF2B5EF4-FFF2-40B4-BE49-F238E27FC236}">
                <a16:creationId xmlns:a16="http://schemas.microsoft.com/office/drawing/2014/main" id="{385B9DCD-2F06-4E42-8332-51C1C7A3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Draft</a:t>
            </a:r>
          </a:p>
        </p:txBody>
      </p:sp>
      <p:sp>
        <p:nvSpPr>
          <p:cNvPr id="32" name="journey-desc-4">
            <a:extLst xmlns:a="http://schemas.openxmlformats.org/drawingml/2006/main">
              <a:ext uri="{FF2B5EF4-FFF2-40B4-BE49-F238E27FC236}">
                <a16:creationId xmlns:a16="http://schemas.microsoft.com/office/drawing/2014/main" id="{12A568EA-E849-44A8-B51A-65381E49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Realtime picks + recovery</a:t>
            </a:r>
          </a:p>
        </p:txBody>
      </p:sp>
      <p:sp>
        <p:nvSpPr>
          <p:cNvPr id="33" name="pill-LIVE-858">
            <a:extLst xmlns:a="http://schemas.openxmlformats.org/drawingml/2006/main">
              <a:ext uri="{FF2B5EF4-FFF2-40B4-BE49-F238E27FC236}">
                <a16:creationId xmlns:a16="http://schemas.microsoft.com/office/drawing/2014/main" id="{0DEA13DB-48BF-4E48-A6E1-C63D2D0C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ill-text-LIVE-858">
            <a:extLst xmlns:a="http://schemas.openxmlformats.org/drawingml/2006/main">
              <a:ext uri="{FF2B5EF4-FFF2-40B4-BE49-F238E27FC236}">
                <a16:creationId xmlns:a16="http://schemas.microsoft.com/office/drawing/2014/main" id="{7A8E3266-B135-4AC2-A3C8-87269340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35" name="dot-1092-334">
            <a:extLst xmlns:a="http://schemas.openxmlformats.org/drawingml/2006/main">
              <a:ext uri="{FF2B5EF4-FFF2-40B4-BE49-F238E27FC236}">
                <a16:creationId xmlns:a16="http://schemas.microsoft.com/office/drawing/2014/main" id="{C83109E0-ADFF-45BB-800B-0AC0D89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journey-num-5">
            <a:extLst xmlns:a="http://schemas.openxmlformats.org/drawingml/2006/main">
              <a:ext uri="{FF2B5EF4-FFF2-40B4-BE49-F238E27FC236}">
                <a16:creationId xmlns:a16="http://schemas.microsoft.com/office/drawing/2014/main" id="{0083DBA2-8887-4E15-8261-89D2352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16D"/>
                </a:solidFill>
              </a:defRPr>
            </a:pPr>
            <a:r>
              <a:rPr sz="1200" b="1">
                <a:solidFill>
                  <a:srgbClr val="53616D"/>
                </a:solidFill>
              </a:rPr>
              <a:t>06</a:t>
            </a:r>
          </a:p>
        </p:txBody>
      </p:sp>
      <p:sp>
        <p:nvSpPr>
          <p:cNvPr id="37" name="journey-title-5">
            <a:extLst xmlns:a="http://schemas.openxmlformats.org/drawingml/2006/main">
              <a:ext uri="{FF2B5EF4-FFF2-40B4-BE49-F238E27FC236}">
                <a16:creationId xmlns:a16="http://schemas.microsoft.com/office/drawing/2014/main" id="{666D0E01-C76B-413E-BA82-39072B66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Remember</a:t>
            </a:r>
          </a:p>
        </p:txBody>
      </p:sp>
      <p:sp>
        <p:nvSpPr>
          <p:cNvPr id="38" name="journey-desc-5">
            <a:extLst xmlns:a="http://schemas.openxmlformats.org/drawingml/2006/main">
              <a:ext uri="{FF2B5EF4-FFF2-40B4-BE49-F238E27FC236}">
                <a16:creationId xmlns:a16="http://schemas.microsoft.com/office/drawing/2014/main" id="{4E1D54D8-E80F-4387-9AD1-6395540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History and archives</a:t>
            </a:r>
          </a:p>
        </p:txBody>
      </p:sp>
      <p:sp>
        <p:nvSpPr>
          <p:cNvPr id="39" name="pill-PLANNED-1062">
            <a:extLst xmlns:a="http://schemas.openxmlformats.org/drawingml/2006/main">
              <a:ext uri="{FF2B5EF4-FFF2-40B4-BE49-F238E27FC236}">
                <a16:creationId xmlns:a16="http://schemas.microsoft.com/office/drawing/2014/main" id="{721A478B-53EB-4CA1-BDE5-7CD4B9B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ill-text-PLANNED-1062">
            <a:extLst xmlns:a="http://schemas.openxmlformats.org/drawingml/2006/main">
              <a:ext uri="{FF2B5EF4-FFF2-40B4-BE49-F238E27FC236}">
                <a16:creationId xmlns:a16="http://schemas.microsoft.com/office/drawing/2014/main" id="{BFB2993B-5976-4997-B18A-DEA869FF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PLANNED</a:t>
            </a:r>
          </a:p>
        </p:txBody>
      </p:sp>
      <p:sp>
        <p:nvSpPr>
          <p:cNvPr id="41" name="journey-note">
            <a:extLst xmlns:a="http://schemas.openxmlformats.org/drawingml/2006/main">
              <a:ext uri="{FF2B5EF4-FFF2-40B4-BE49-F238E27FC236}">
                <a16:creationId xmlns:a16="http://schemas.microsoft.com/office/drawing/2014/main" id="{BAC3814D-CA47-485E-822A-1E6E4181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The core journey now reaches a completed draft. The next chapter is everything that happens after it.</a:t>
            </a:r>
          </a:p>
        </p:txBody>
      </p:sp>
    </p:spTree>
    <p:extLst>
      <p:ext uri="{BB962C8B-B14F-4D97-AF65-F5344CB8AC3E}">
        <p14:creationId xmlns:p14="http://schemas.microsoft.com/office/powerpoint/2010/main" val="1683177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1A93A13E-4D66-4AB3-BDF7-1BD63D73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WIREFRAME 1 OF 6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253CB0F-3800-4FBA-B601-62C09CE3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dashboard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F4CB85E1-5E7B-49BA-8B71-D56F0E8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04</a:t>
            </a:r>
          </a:p>
        </p:txBody>
      </p:sp>
      <p:sp>
        <p:nvSpPr>
          <p:cNvPr id="4" name="dashboard-browser">
            <a:extLst xmlns:a="http://schemas.openxmlformats.org/drawingml/2006/main">
              <a:ext uri="{FF2B5EF4-FFF2-40B4-BE49-F238E27FC236}">
                <a16:creationId xmlns:a16="http://schemas.microsoft.com/office/drawing/2014/main" id="{A6B4B30C-2EF2-4DE2-A439-10A91014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" name="dashboard-chrome">
            <a:extLst xmlns:a="http://schemas.openxmlformats.org/drawingml/2006/main">
              <a:ext uri="{FF2B5EF4-FFF2-40B4-BE49-F238E27FC236}">
                <a16:creationId xmlns:a16="http://schemas.microsoft.com/office/drawing/2014/main" id="{D0604B0D-A163-455C-A01A-0A2FF60D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60-161">
            <a:extLst xmlns:a="http://schemas.openxmlformats.org/drawingml/2006/main">
              <a:ext uri="{FF2B5EF4-FFF2-40B4-BE49-F238E27FC236}">
                <a16:creationId xmlns:a16="http://schemas.microsoft.com/office/drawing/2014/main" id="{2BBCAE07-DF00-41E9-9B33-BB357A47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76-161">
            <a:extLst xmlns:a="http://schemas.openxmlformats.org/drawingml/2006/main">
              <a:ext uri="{FF2B5EF4-FFF2-40B4-BE49-F238E27FC236}">
                <a16:creationId xmlns:a16="http://schemas.microsoft.com/office/drawing/2014/main" id="{0859DE34-A4B8-4B16-8001-316C09DF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9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92-161">
            <a:extLst xmlns:a="http://schemas.openxmlformats.org/drawingml/2006/main">
              <a:ext uri="{FF2B5EF4-FFF2-40B4-BE49-F238E27FC236}">
                <a16:creationId xmlns:a16="http://schemas.microsoft.com/office/drawing/2014/main" id="{2B268729-5650-47C5-8792-E63F2A3B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shboard-url">
            <a:extLst xmlns:a="http://schemas.openxmlformats.org/drawingml/2006/main">
              <a:ext uri="{FF2B5EF4-FFF2-40B4-BE49-F238E27FC236}">
                <a16:creationId xmlns:a16="http://schemas.microsoft.com/office/drawing/2014/main" id="{7D1138EB-A222-4CF9-B464-5412C692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6705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ash-brand">
            <a:extLst xmlns:a="http://schemas.openxmlformats.org/drawingml/2006/main">
              <a:ext uri="{FF2B5EF4-FFF2-40B4-BE49-F238E27FC236}">
                <a16:creationId xmlns:a16="http://schemas.microsoft.com/office/drawing/2014/main" id="{62042B0A-FA48-42CE-A61A-49A2AE6F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DraftHQ</a:t>
            </a:r>
          </a:p>
        </p:txBody>
      </p:sp>
      <p:sp>
        <p:nvSpPr>
          <p:cNvPr id="11" name="dash-hi">
            <a:extLst xmlns:a="http://schemas.openxmlformats.org/drawingml/2006/main">
              <a:ext uri="{FF2B5EF4-FFF2-40B4-BE49-F238E27FC236}">
                <a16:creationId xmlns:a16="http://schemas.microsoft.com/office/drawing/2014/main" id="{E57FBF22-DBD5-428A-9730-363503AE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Your leagues</a:t>
            </a:r>
          </a:p>
        </p:txBody>
      </p:sp>
      <p:sp>
        <p:nvSpPr>
          <p:cNvPr id="12" name="league-card-0">
            <a:extLst xmlns:a="http://schemas.openxmlformats.org/drawingml/2006/main">
              <a:ext uri="{FF2B5EF4-FFF2-40B4-BE49-F238E27FC236}">
                <a16:creationId xmlns:a16="http://schemas.microsoft.com/office/drawing/2014/main" id="{D485DC8C-2267-4029-90DE-3578D686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ot-84-349">
            <a:extLst xmlns:a="http://schemas.openxmlformats.org/drawingml/2006/main">
              <a:ext uri="{FF2B5EF4-FFF2-40B4-BE49-F238E27FC236}">
                <a16:creationId xmlns:a16="http://schemas.microsoft.com/office/drawing/2014/main" id="{D0AD05F0-CD6A-410F-9440-E6B7B629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ague-name-0">
            <a:extLst xmlns:a="http://schemas.openxmlformats.org/drawingml/2006/main">
              <a:ext uri="{FF2B5EF4-FFF2-40B4-BE49-F238E27FC236}">
                <a16:creationId xmlns:a16="http://schemas.microsoft.com/office/drawing/2014/main" id="{5C46D328-1171-4813-8BBB-0B4C27B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Sunday Legends</a:t>
            </a:r>
          </a:p>
        </p:txBody>
      </p:sp>
      <p:sp>
        <p:nvSpPr>
          <p:cNvPr id="15" name="league-status-0">
            <a:extLst xmlns:a="http://schemas.openxmlformats.org/drawingml/2006/main">
              <a:ext uri="{FF2B5EF4-FFF2-40B4-BE49-F238E27FC236}">
                <a16:creationId xmlns:a16="http://schemas.microsoft.com/office/drawing/2014/main" id="{A9566ACB-C5FC-4ED6-BA45-E767007F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94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Draft on Sep 2</a:t>
            </a:r>
          </a:p>
        </p:txBody>
      </p:sp>
      <p:sp>
        <p:nvSpPr>
          <p:cNvPr id="16" name="league-open-0">
            <a:extLst xmlns:a="http://schemas.openxmlformats.org/drawingml/2006/main">
              <a:ext uri="{FF2B5EF4-FFF2-40B4-BE49-F238E27FC236}">
                <a16:creationId xmlns:a16="http://schemas.microsoft.com/office/drawing/2014/main" id="{9FD3041C-1C05-493F-9D95-E7BCDD2F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57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8F84"/>
                </a:solidFill>
              </a:defRPr>
            </a:pPr>
            <a:r>
              <a:rPr sz="1125" b="1">
                <a:solidFill>
                  <a:srgbClr val="0F8F84"/>
                </a:solidFill>
              </a:rPr>
              <a:t>Open →</a:t>
            </a:r>
          </a:p>
        </p:txBody>
      </p:sp>
      <p:sp>
        <p:nvSpPr>
          <p:cNvPr id="17" name="league-card-1">
            <a:extLst xmlns:a="http://schemas.openxmlformats.org/drawingml/2006/main">
              <a:ext uri="{FF2B5EF4-FFF2-40B4-BE49-F238E27FC236}">
                <a16:creationId xmlns:a16="http://schemas.microsoft.com/office/drawing/2014/main" id="{14821EC2-DFE0-476F-B1B0-5E1F871A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84-437">
            <a:extLst xmlns:a="http://schemas.openxmlformats.org/drawingml/2006/main">
              <a:ext uri="{FF2B5EF4-FFF2-40B4-BE49-F238E27FC236}">
                <a16:creationId xmlns:a16="http://schemas.microsoft.com/office/drawing/2014/main" id="{FB4267B3-1F06-43F8-948D-1ECCAD27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9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eague-name-1">
            <a:extLst xmlns:a="http://schemas.openxmlformats.org/drawingml/2006/main">
              <a:ext uri="{FF2B5EF4-FFF2-40B4-BE49-F238E27FC236}">
                <a16:creationId xmlns:a16="http://schemas.microsoft.com/office/drawing/2014/main" id="{B9EE6CF8-32D1-424C-971D-4DC1E04E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909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Office League</a:t>
            </a:r>
          </a:p>
        </p:txBody>
      </p:sp>
      <p:sp>
        <p:nvSpPr>
          <p:cNvPr id="20" name="league-status-1">
            <a:extLst xmlns:a="http://schemas.openxmlformats.org/drawingml/2006/main">
              <a:ext uri="{FF2B5EF4-FFF2-40B4-BE49-F238E27FC236}">
                <a16:creationId xmlns:a16="http://schemas.microsoft.com/office/drawing/2014/main" id="{78B8D3A6-B9D2-439E-9B2E-61AB7E7F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576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Setup in progress</a:t>
            </a:r>
          </a:p>
        </p:txBody>
      </p:sp>
      <p:sp>
        <p:nvSpPr>
          <p:cNvPr id="21" name="league-open-1">
            <a:extLst xmlns:a="http://schemas.openxmlformats.org/drawingml/2006/main">
              <a:ext uri="{FF2B5EF4-FFF2-40B4-BE49-F238E27FC236}">
                <a16:creationId xmlns:a16="http://schemas.microsoft.com/office/drawing/2014/main" id="{3FBD4DEF-7214-4F5D-8971-2587CF0E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8F84"/>
                </a:solidFill>
              </a:defRPr>
            </a:pPr>
            <a:r>
              <a:rPr sz="1125" b="1">
                <a:solidFill>
                  <a:srgbClr val="0F8F84"/>
                </a:solidFill>
              </a:rPr>
              <a:t>Open →</a:t>
            </a:r>
          </a:p>
        </p:txBody>
      </p:sp>
      <p:sp>
        <p:nvSpPr>
          <p:cNvPr id="22" name="league-card-2">
            <a:extLst xmlns:a="http://schemas.openxmlformats.org/drawingml/2006/main">
              <a:ext uri="{FF2B5EF4-FFF2-40B4-BE49-F238E27FC236}">
                <a16:creationId xmlns:a16="http://schemas.microsoft.com/office/drawing/2014/main" id="{57CE9CBF-1327-4172-8D34-D6E3B1AF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84-525">
            <a:extLst xmlns:a="http://schemas.openxmlformats.org/drawingml/2006/main">
              <a:ext uri="{FF2B5EF4-FFF2-40B4-BE49-F238E27FC236}">
                <a16:creationId xmlns:a16="http://schemas.microsoft.com/office/drawing/2014/main" id="{4A8E209E-728E-49DE-A364-04FEEDD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eague-name-2">
            <a:extLst xmlns:a="http://schemas.openxmlformats.org/drawingml/2006/main">
              <a:ext uri="{FF2B5EF4-FFF2-40B4-BE49-F238E27FC236}">
                <a16:creationId xmlns:a16="http://schemas.microsoft.com/office/drawing/2014/main" id="{07329B49-8115-4D59-9ADD-75EEDF3A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29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Family League</a:t>
            </a:r>
          </a:p>
        </p:txBody>
      </p:sp>
      <p:sp>
        <p:nvSpPr>
          <p:cNvPr id="25" name="league-status-2">
            <a:extLst xmlns:a="http://schemas.openxmlformats.org/drawingml/2006/main">
              <a:ext uri="{FF2B5EF4-FFF2-40B4-BE49-F238E27FC236}">
                <a16:creationId xmlns:a16="http://schemas.microsoft.com/office/drawing/2014/main" id="{A2E4B454-7725-4EFE-B797-E441AE66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958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2026 season</a:t>
            </a:r>
          </a:p>
        </p:txBody>
      </p:sp>
      <p:sp>
        <p:nvSpPr>
          <p:cNvPr id="26" name="league-open-2">
            <a:extLst xmlns:a="http://schemas.openxmlformats.org/drawingml/2006/main">
              <a:ext uri="{FF2B5EF4-FFF2-40B4-BE49-F238E27FC236}">
                <a16:creationId xmlns:a16="http://schemas.microsoft.com/office/drawing/2014/main" id="{B2197E55-F02B-41F2-90A0-B864702A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8F84"/>
                </a:solidFill>
              </a:defRPr>
            </a:pPr>
            <a:r>
              <a:rPr sz="1125" b="1">
                <a:solidFill>
                  <a:srgbClr val="0F8F84"/>
                </a:solidFill>
              </a:rPr>
              <a:t>Open →</a:t>
            </a:r>
          </a:p>
        </p:txBody>
      </p:sp>
      <p:sp>
        <p:nvSpPr>
          <p:cNvPr id="27" name="dash-side">
            <a:extLst xmlns:a="http://schemas.openxmlformats.org/drawingml/2006/main">
              <a:ext uri="{FF2B5EF4-FFF2-40B4-BE49-F238E27FC236}">
                <a16:creationId xmlns:a16="http://schemas.microsoft.com/office/drawing/2014/main" id="{4FDEBA35-AC4B-451D-AAAF-FCE9740F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57450"/>
            <a:ext cx="2143125" cy="25527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ash-side-title">
            <a:extLst xmlns:a="http://schemas.openxmlformats.org/drawingml/2006/main">
              <a:ext uri="{FF2B5EF4-FFF2-40B4-BE49-F238E27FC236}">
                <a16:creationId xmlns:a16="http://schemas.microsoft.com/office/drawing/2014/main" id="{42B61DFF-EE63-4C79-ADA7-109A3C18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05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Start something</a:t>
            </a:r>
          </a:p>
        </p:txBody>
      </p:sp>
      <p:sp>
        <p:nvSpPr>
          <p:cNvPr id="29" name="dash-side-copy">
            <a:extLst xmlns:a="http://schemas.openxmlformats.org/drawingml/2006/main">
              <a:ext uri="{FF2B5EF4-FFF2-40B4-BE49-F238E27FC236}">
                <a16:creationId xmlns:a16="http://schemas.microsoft.com/office/drawing/2014/main" id="{6F49F848-F9A5-442B-8506-2C1F7DF0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623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3DE"/>
                </a:solidFill>
              </a:defRPr>
            </a:pPr>
            <a:r>
              <a:rPr sz="1275" b="0">
                <a:solidFill>
                  <a:srgbClr val="C8D3DE"/>
                </a:solidFill>
              </a:rPr>
              <a:t>Create a league or join an existing draft with a code.</a:t>
            </a:r>
          </a:p>
        </p:txBody>
      </p:sp>
      <p:sp>
        <p:nvSpPr>
          <p:cNvPr id="30" name="dash-create">
            <a:extLst xmlns:a="http://schemas.openxmlformats.org/drawingml/2006/main">
              <a:ext uri="{FF2B5EF4-FFF2-40B4-BE49-F238E27FC236}">
                <a16:creationId xmlns:a16="http://schemas.microsoft.com/office/drawing/2014/main" id="{AC02CC8D-FCF5-42CC-B032-738DF19B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14800"/>
            <a:ext cx="171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ash-create-text">
            <a:extLst xmlns:a="http://schemas.openxmlformats.org/drawingml/2006/main">
              <a:ext uri="{FF2B5EF4-FFF2-40B4-BE49-F238E27FC236}">
                <a16:creationId xmlns:a16="http://schemas.microsoft.com/office/drawing/2014/main" id="{A0171BF8-550A-4187-B27C-0D61F9B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52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28"/>
                </a:solidFill>
              </a:defRPr>
            </a:pPr>
            <a:r>
              <a:rPr sz="1200" b="1">
                <a:solidFill>
                  <a:srgbClr val="0B1728"/>
                </a:solidFill>
              </a:rPr>
              <a:t>Create league</a:t>
            </a:r>
          </a:p>
        </p:txBody>
      </p:sp>
      <p:sp>
        <p:nvSpPr>
          <p:cNvPr id="32" name="dash-callout">
            <a:extLst xmlns:a="http://schemas.openxmlformats.org/drawingml/2006/main">
              <a:ext uri="{FF2B5EF4-FFF2-40B4-BE49-F238E27FC236}">
                <a16:creationId xmlns:a16="http://schemas.microsoft.com/office/drawing/2014/main" id="{913E2E5B-FE83-468D-82B5-AB7A1339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The front door</a:t>
            </a:r>
          </a:p>
        </p:txBody>
      </p:sp>
      <p:sp>
        <p:nvSpPr>
          <p:cNvPr id="33" name="dash-copy">
            <a:extLst xmlns:a="http://schemas.openxmlformats.org/drawingml/2006/main">
              <a:ext uri="{FF2B5EF4-FFF2-40B4-BE49-F238E27FC236}">
                <a16:creationId xmlns:a16="http://schemas.microsoft.com/office/drawing/2014/main" id="{B2FFE50C-838B-4927-8563-15C3382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Authenticated users see every league workspace, draft status, and next action in one place.</a:t>
            </a:r>
          </a:p>
        </p:txBody>
      </p:sp>
      <p:sp>
        <p:nvSpPr>
          <p:cNvPr id="34" name="pill-SHIPPED-920">
            <a:extLst xmlns:a="http://schemas.openxmlformats.org/drawingml/2006/main">
              <a:ext uri="{FF2B5EF4-FFF2-40B4-BE49-F238E27FC236}">
                <a16:creationId xmlns:a16="http://schemas.microsoft.com/office/drawing/2014/main" id="{CFD557D2-6824-4EE7-B1B3-4FAED1A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095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ill-text-SHIPPED-920">
            <a:extLst xmlns:a="http://schemas.openxmlformats.org/drawingml/2006/main">
              <a:ext uri="{FF2B5EF4-FFF2-40B4-BE49-F238E27FC236}">
                <a16:creationId xmlns:a16="http://schemas.microsoft.com/office/drawing/2014/main" id="{29BFA02C-A99D-4EE4-8418-02B50F6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SHIPPED</a:t>
            </a:r>
          </a:p>
        </p:txBody>
      </p:sp>
      <p:sp>
        <p:nvSpPr>
          <p:cNvPr id="36" name="dash-list">
            <a:extLst xmlns:a="http://schemas.openxmlformats.org/drawingml/2006/main">
              <a:ext uri="{FF2B5EF4-FFF2-40B4-BE49-F238E27FC236}">
                <a16:creationId xmlns:a16="http://schemas.microsoft.com/office/drawing/2014/main" id="{401CFB89-D067-4C83-8D66-3A8B431C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386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11F"/>
                </a:solidFill>
              </a:defRPr>
            </a:pPr>
            <a:r>
              <a:rPr sz="1350" b="0">
                <a:solidFill>
                  <a:srgbClr val="07111F"/>
                </a:solidFill>
              </a:rPr>
              <a:t>• Persistent accounts</a:t>
            </a:r>
          </a:p>
          <a:p xmlns:a="http://schemas.openxmlformats.org/drawingml/2006/main">
            <a:pPr algn="l">
              <a:defRPr sz="1350" b="0">
                <a:solidFill>
                  <a:srgbClr val="07111F"/>
                </a:solidFill>
              </a:defRPr>
            </a:pPr>
            <a:r>
              <a:rPr sz="1350" b="0">
                <a:solidFill>
                  <a:srgbClr val="07111F"/>
                </a:solidFill>
              </a:rPr>
              <a:t>• League status</a:t>
            </a:r>
          </a:p>
          <a:p xmlns:a="http://schemas.openxmlformats.org/drawingml/2006/main">
            <a:pPr algn="l">
              <a:defRPr sz="1350" b="0">
                <a:solidFill>
                  <a:srgbClr val="07111F"/>
                </a:solidFill>
              </a:defRPr>
            </a:pPr>
            <a:r>
              <a:rPr sz="1350" b="0">
                <a:solidFill>
                  <a:srgbClr val="07111F"/>
                </a:solidFill>
              </a:rPr>
              <a:t>• Create or join</a:t>
            </a:r>
          </a:p>
          <a:p xmlns:a="http://schemas.openxmlformats.org/drawingml/2006/main">
            <a:pPr algn="l">
              <a:defRPr sz="1350" b="0">
                <a:solidFill>
                  <a:srgbClr val="07111F"/>
                </a:solidFill>
              </a:defRPr>
            </a:pPr>
            <a:r>
              <a:rPr sz="1350" b="0">
                <a:solidFill>
                  <a:srgbClr val="07111F"/>
                </a:solidFill>
              </a:rPr>
              <a:t>• Direct workspace entry</a:t>
            </a:r>
          </a:p>
        </p:txBody>
      </p:sp>
    </p:spTree>
    <p:extLst>
      <p:ext uri="{BB962C8B-B14F-4D97-AF65-F5344CB8AC3E}">
        <p14:creationId xmlns:p14="http://schemas.microsoft.com/office/powerpoint/2010/main" val="279638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5">
            <a:extLst xmlns:a="http://schemas.openxmlformats.org/drawingml/2006/main">
              <a:ext uri="{FF2B5EF4-FFF2-40B4-BE49-F238E27FC236}">
                <a16:creationId xmlns:a16="http://schemas.microsoft.com/office/drawing/2014/main" id="{AC5BA165-955B-4CE0-90EF-06CFCBF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WIREFRAME 2 OF 6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14EE3DA-B955-48AE-AF96-A64D9C6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league workspace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261BABA1-5EC3-4E20-B8C6-4CB12731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05</a:t>
            </a:r>
          </a:p>
        </p:txBody>
      </p:sp>
      <p:sp>
        <p:nvSpPr>
          <p:cNvPr id="4" name="workspace-browser">
            <a:extLst xmlns:a="http://schemas.openxmlformats.org/drawingml/2006/main">
              <a:ext uri="{FF2B5EF4-FFF2-40B4-BE49-F238E27FC236}">
                <a16:creationId xmlns:a16="http://schemas.microsoft.com/office/drawing/2014/main" id="{E9B5883C-7C65-4386-BA8B-0DA9D21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" name="workspace-chrome">
            <a:extLst xmlns:a="http://schemas.openxmlformats.org/drawingml/2006/main">
              <a:ext uri="{FF2B5EF4-FFF2-40B4-BE49-F238E27FC236}">
                <a16:creationId xmlns:a16="http://schemas.microsoft.com/office/drawing/2014/main" id="{1DB4210B-5809-423E-9BCD-36C2A20F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60-161">
            <a:extLst xmlns:a="http://schemas.openxmlformats.org/drawingml/2006/main">
              <a:ext uri="{FF2B5EF4-FFF2-40B4-BE49-F238E27FC236}">
                <a16:creationId xmlns:a16="http://schemas.microsoft.com/office/drawing/2014/main" id="{3CBFA8FE-593F-4B7B-BB0A-8BE6CCEF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76-161">
            <a:extLst xmlns:a="http://schemas.openxmlformats.org/drawingml/2006/main">
              <a:ext uri="{FF2B5EF4-FFF2-40B4-BE49-F238E27FC236}">
                <a16:creationId xmlns:a16="http://schemas.microsoft.com/office/drawing/2014/main" id="{AF266A1D-1DD7-4E00-ACAB-C17845DA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9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92-161">
            <a:extLst xmlns:a="http://schemas.openxmlformats.org/drawingml/2006/main">
              <a:ext uri="{FF2B5EF4-FFF2-40B4-BE49-F238E27FC236}">
                <a16:creationId xmlns:a16="http://schemas.microsoft.com/office/drawing/2014/main" id="{B70FFE89-120F-4166-836D-80DDB476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kspace-url">
            <a:extLst xmlns:a="http://schemas.openxmlformats.org/drawingml/2006/main">
              <a:ext uri="{FF2B5EF4-FFF2-40B4-BE49-F238E27FC236}">
                <a16:creationId xmlns:a16="http://schemas.microsoft.com/office/drawing/2014/main" id="{0CE8230F-1AE5-4F6C-914F-5E5AABF6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6705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ague-header">
            <a:extLst xmlns:a="http://schemas.openxmlformats.org/drawingml/2006/main">
              <a:ext uri="{FF2B5EF4-FFF2-40B4-BE49-F238E27FC236}">
                <a16:creationId xmlns:a16="http://schemas.microsoft.com/office/drawing/2014/main" id="{1C75F278-BF0A-48D6-8EE8-0E4C2593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ague-logo">
            <a:extLst xmlns:a="http://schemas.openxmlformats.org/drawingml/2006/main">
              <a:ext uri="{FF2B5EF4-FFF2-40B4-BE49-F238E27FC236}">
                <a16:creationId xmlns:a16="http://schemas.microsoft.com/office/drawing/2014/main" id="{0B0222B0-4BF3-4BC5-A00E-88A3BD0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ague-logo-text">
            <a:extLst xmlns:a="http://schemas.openxmlformats.org/drawingml/2006/main">
              <a:ext uri="{FF2B5EF4-FFF2-40B4-BE49-F238E27FC236}">
                <a16:creationId xmlns:a16="http://schemas.microsoft.com/office/drawing/2014/main" id="{8EA6B2C3-CAA6-44B6-B8DF-970102B5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SL</a:t>
            </a:r>
          </a:p>
        </p:txBody>
      </p:sp>
      <p:sp>
        <p:nvSpPr>
          <p:cNvPr id="13" name="league-title">
            <a:extLst xmlns:a="http://schemas.openxmlformats.org/drawingml/2006/main">
              <a:ext uri="{FF2B5EF4-FFF2-40B4-BE49-F238E27FC236}">
                <a16:creationId xmlns:a16="http://schemas.microsoft.com/office/drawing/2014/main" id="{478D37B5-9C2D-46DD-8C4C-A1E5E967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43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Sunday Legends</a:t>
            </a:r>
          </a:p>
        </p:txBody>
      </p:sp>
      <p:sp>
        <p:nvSpPr>
          <p:cNvPr id="14" name="league-year">
            <a:extLst xmlns:a="http://schemas.openxmlformats.org/drawingml/2006/main">
              <a:ext uri="{FF2B5EF4-FFF2-40B4-BE49-F238E27FC236}">
                <a16:creationId xmlns:a16="http://schemas.microsoft.com/office/drawing/2014/main" id="{274E4543-CC73-41F3-9FC6-075DF388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57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C4CF"/>
                </a:solidFill>
              </a:defRPr>
            </a:pPr>
            <a:r>
              <a:rPr sz="1050" b="0">
                <a:solidFill>
                  <a:srgbClr val="B7C4CF"/>
                </a:solidFill>
              </a:rPr>
              <a:t>2026 season</a:t>
            </a:r>
          </a:p>
        </p:txBody>
      </p:sp>
      <p:sp>
        <p:nvSpPr>
          <p:cNvPr id="15" name="tab-0">
            <a:extLst xmlns:a="http://schemas.openxmlformats.org/drawingml/2006/main">
              <a:ext uri="{FF2B5EF4-FFF2-40B4-BE49-F238E27FC236}">
                <a16:creationId xmlns:a16="http://schemas.microsoft.com/office/drawing/2014/main" id="{95383BA6-0179-43D5-9C89-1CD177ED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F84"/>
                </a:solidFill>
              </a:defRPr>
            </a:pPr>
            <a:r>
              <a:rPr sz="1125" b="1">
                <a:solidFill>
                  <a:srgbClr val="0F8F84"/>
                </a:solidFill>
              </a:rPr>
              <a:t>Home</a:t>
            </a:r>
          </a:p>
        </p:txBody>
      </p:sp>
      <p:sp>
        <p:nvSpPr>
          <p:cNvPr id="16" name="tab-1">
            <a:extLst xmlns:a="http://schemas.openxmlformats.org/drawingml/2006/main">
              <a:ext uri="{FF2B5EF4-FFF2-40B4-BE49-F238E27FC236}">
                <a16:creationId xmlns:a16="http://schemas.microsoft.com/office/drawing/2014/main" id="{ED261FED-36DF-4002-83A3-7C3646C2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Teams</a:t>
            </a:r>
          </a:p>
        </p:txBody>
      </p:sp>
      <p:sp>
        <p:nvSpPr>
          <p:cNvPr id="17" name="tab-2">
            <a:extLst xmlns:a="http://schemas.openxmlformats.org/drawingml/2006/main">
              <a:ext uri="{FF2B5EF4-FFF2-40B4-BE49-F238E27FC236}">
                <a16:creationId xmlns:a16="http://schemas.microsoft.com/office/drawing/2014/main" id="{DE866BA3-3C03-46FD-972F-7F085752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0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Members</a:t>
            </a:r>
          </a:p>
        </p:txBody>
      </p:sp>
      <p:sp>
        <p:nvSpPr>
          <p:cNvPr id="18" name="tab-3">
            <a:extLst xmlns:a="http://schemas.openxmlformats.org/drawingml/2006/main">
              <a:ext uri="{FF2B5EF4-FFF2-40B4-BE49-F238E27FC236}">
                <a16:creationId xmlns:a16="http://schemas.microsoft.com/office/drawing/2014/main" id="{24ACA049-8EE7-4BF3-A2D0-3E5ECF76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00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Seasons</a:t>
            </a:r>
          </a:p>
        </p:txBody>
      </p:sp>
      <p:sp>
        <p:nvSpPr>
          <p:cNvPr id="19" name="tab-4">
            <a:extLst xmlns:a="http://schemas.openxmlformats.org/drawingml/2006/main">
              <a:ext uri="{FF2B5EF4-FFF2-40B4-BE49-F238E27FC236}">
                <a16:creationId xmlns:a16="http://schemas.microsoft.com/office/drawing/2014/main" id="{BE4EE7E4-990C-4303-A24D-7326829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Settings</a:t>
            </a:r>
          </a:p>
        </p:txBody>
      </p:sp>
      <p:cxnSp>
        <p:nvCxnSpPr>
          <p:cNvPr id="53" name="rule-64-328"/>
          <p:cNvCxnSpPr/>
          <p:nvPr/>
        </p:nvCxnSpPr>
        <p:spPr>
          <a:xfrm xmlns:a="http://schemas.openxmlformats.org/drawingml/2006/main">
            <a:off x="609600" y="3124200"/>
            <a:ext cx="71056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5CDD3"/>
            </a:solidFill>
            <a:prstDash val="solid"/>
          </a:ln>
        </p:spPr>
      </p:cxnSp>
      <p:sp>
        <p:nvSpPr>
          <p:cNvPr id="21" name="next-event">
            <a:extLst xmlns:a="http://schemas.openxmlformats.org/drawingml/2006/main">
              <a:ext uri="{FF2B5EF4-FFF2-40B4-BE49-F238E27FC236}">
                <a16:creationId xmlns:a16="http://schemas.microsoft.com/office/drawing/2014/main" id="{3CDC9CA5-0392-480A-A83C-98BA070B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16D"/>
                </a:solidFill>
              </a:defRPr>
            </a:pPr>
            <a:r>
              <a:rPr sz="1200" b="1">
                <a:solidFill>
                  <a:srgbClr val="53616D"/>
                </a:solidFill>
              </a:rPr>
              <a:t>Next event</a:t>
            </a:r>
          </a:p>
        </p:txBody>
      </p:sp>
      <p:sp>
        <p:nvSpPr>
          <p:cNvPr id="22" name="draft-banner">
            <a:extLst xmlns:a="http://schemas.openxmlformats.org/drawingml/2006/main">
              <a:ext uri="{FF2B5EF4-FFF2-40B4-BE49-F238E27FC236}">
                <a16:creationId xmlns:a16="http://schemas.microsoft.com/office/drawing/2014/main" id="{846E7EAA-4CA8-4EDE-A649-415EF20F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4476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raft-banner-title">
            <a:extLst xmlns:a="http://schemas.openxmlformats.org/drawingml/2006/main">
              <a:ext uri="{FF2B5EF4-FFF2-40B4-BE49-F238E27FC236}">
                <a16:creationId xmlns:a16="http://schemas.microsoft.com/office/drawing/2014/main" id="{7622932C-C9D1-455A-B90D-D599CA4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2026 Draft</a:t>
            </a:r>
          </a:p>
        </p:txBody>
      </p:sp>
      <p:sp>
        <p:nvSpPr>
          <p:cNvPr id="24" name="draft-banner-date">
            <a:extLst xmlns:a="http://schemas.openxmlformats.org/drawingml/2006/main">
              <a:ext uri="{FF2B5EF4-FFF2-40B4-BE49-F238E27FC236}">
                <a16:creationId xmlns:a16="http://schemas.microsoft.com/office/drawing/2014/main" id="{B2408884-5B61-4715-893C-12005A08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Wednesday, September 2 • 8:00 PM</a:t>
            </a:r>
          </a:p>
        </p:txBody>
      </p:sp>
      <p:sp>
        <p:nvSpPr>
          <p:cNvPr id="25" name="draft-banner-button">
            <a:extLst xmlns:a="http://schemas.openxmlformats.org/drawingml/2006/main">
              <a:ext uri="{FF2B5EF4-FFF2-40B4-BE49-F238E27FC236}">
                <a16:creationId xmlns:a16="http://schemas.microsoft.com/office/drawing/2014/main" id="{DA2FCD7E-BA10-4BC9-8477-6B33B92A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raft-banner-button-text">
            <a:extLst xmlns:a="http://schemas.openxmlformats.org/drawingml/2006/main">
              <a:ext uri="{FF2B5EF4-FFF2-40B4-BE49-F238E27FC236}">
                <a16:creationId xmlns:a16="http://schemas.microsoft.com/office/drawing/2014/main" id="{08B00D77-A7B0-406C-A33B-C3053C76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728"/>
                </a:solidFill>
              </a:defRPr>
            </a:pPr>
            <a:r>
              <a:rPr sz="1050" b="1">
                <a:solidFill>
                  <a:srgbClr val="0B1728"/>
                </a:solidFill>
              </a:rPr>
              <a:t>Pre-draft lobby</a:t>
            </a:r>
          </a:p>
        </p:txBody>
      </p:sp>
      <p:sp>
        <p:nvSpPr>
          <p:cNvPr id="27" name="season-summary">
            <a:extLst xmlns:a="http://schemas.openxmlformats.org/drawingml/2006/main">
              <a:ext uri="{FF2B5EF4-FFF2-40B4-BE49-F238E27FC236}">
                <a16:creationId xmlns:a16="http://schemas.microsoft.com/office/drawing/2014/main" id="{DAAD5BBF-A70F-4A70-9CDA-DBB40B5B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2381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ason-summary-title">
            <a:extLst xmlns:a="http://schemas.openxmlformats.org/drawingml/2006/main">
              <a:ext uri="{FF2B5EF4-FFF2-40B4-BE49-F238E27FC236}">
                <a16:creationId xmlns:a16="http://schemas.microsoft.com/office/drawing/2014/main" id="{87E62E79-5B9E-4E52-8610-ECCFF31D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24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League snapshot</a:t>
            </a:r>
          </a:p>
        </p:txBody>
      </p:sp>
      <p:sp>
        <p:nvSpPr>
          <p:cNvPr id="29" name="season-summary-copy">
            <a:extLst xmlns:a="http://schemas.openxmlformats.org/drawingml/2006/main">
              <a:ext uri="{FF2B5EF4-FFF2-40B4-BE49-F238E27FC236}">
                <a16:creationId xmlns:a16="http://schemas.microsoft.com/office/drawing/2014/main" id="{968F4545-1356-4B12-A982-582C4A8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433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12 teams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11 members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1 upcoming draft</a:t>
            </a:r>
          </a:p>
        </p:txBody>
      </p:sp>
      <p:sp>
        <p:nvSpPr>
          <p:cNvPr id="30" name="workspace-callout">
            <a:extLst xmlns:a="http://schemas.openxmlformats.org/drawingml/2006/main">
              <a:ext uri="{FF2B5EF4-FFF2-40B4-BE49-F238E27FC236}">
                <a16:creationId xmlns:a16="http://schemas.microsoft.com/office/drawing/2014/main" id="{21BC12E9-18EB-4F1A-AB18-0AD9BE94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The operating home</a:t>
            </a:r>
          </a:p>
        </p:txBody>
      </p:sp>
      <p:sp>
        <p:nvSpPr>
          <p:cNvPr id="31" name="workspace-copy">
            <a:extLst xmlns:a="http://schemas.openxmlformats.org/drawingml/2006/main">
              <a:ext uri="{FF2B5EF4-FFF2-40B4-BE49-F238E27FC236}">
                <a16:creationId xmlns:a16="http://schemas.microsoft.com/office/drawing/2014/main" id="{E04B68C8-C321-4A0D-B625-517EC3E6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Branding, membership, teams, seasons, and draft access are now organized around a persistent league identity.</a:t>
            </a:r>
          </a:p>
        </p:txBody>
      </p:sp>
      <p:sp>
        <p:nvSpPr>
          <p:cNvPr id="32" name="pill-SHIPPED-920">
            <a:extLst xmlns:a="http://schemas.openxmlformats.org/drawingml/2006/main">
              <a:ext uri="{FF2B5EF4-FFF2-40B4-BE49-F238E27FC236}">
                <a16:creationId xmlns:a16="http://schemas.microsoft.com/office/drawing/2014/main" id="{DCD675D3-EFC8-4794-B09A-4EDC1AB0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1095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ill-text-SHIPPED-920">
            <a:extLst xmlns:a="http://schemas.openxmlformats.org/drawingml/2006/main">
              <a:ext uri="{FF2B5EF4-FFF2-40B4-BE49-F238E27FC236}">
                <a16:creationId xmlns:a16="http://schemas.microsoft.com/office/drawing/2014/main" id="{1F354615-7EEB-4683-840D-288CBE1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SHIPPED</a:t>
            </a:r>
          </a:p>
        </p:txBody>
      </p:sp>
    </p:spTree>
    <p:extLst>
      <p:ext uri="{BB962C8B-B14F-4D97-AF65-F5344CB8AC3E}">
        <p14:creationId xmlns:p14="http://schemas.microsoft.com/office/powerpoint/2010/main" val="1309563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6">
            <a:extLst xmlns:a="http://schemas.openxmlformats.org/drawingml/2006/main">
              <a:ext uri="{FF2B5EF4-FFF2-40B4-BE49-F238E27FC236}">
                <a16:creationId xmlns:a16="http://schemas.microsoft.com/office/drawing/2014/main" id="{1F246690-01F7-469F-BFBC-2849F98C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WIREFRAME 3 OF 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1CEECE1-8BF5-4B09-9C59-E8FF2527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teams and ownership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35924CF9-3BA2-46CA-8817-C39A1328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06</a:t>
            </a:r>
          </a:p>
        </p:txBody>
      </p:sp>
      <p:sp>
        <p:nvSpPr>
          <p:cNvPr id="4" name="teams-browser">
            <a:extLst xmlns:a="http://schemas.openxmlformats.org/drawingml/2006/main">
              <a:ext uri="{FF2B5EF4-FFF2-40B4-BE49-F238E27FC236}">
                <a16:creationId xmlns:a16="http://schemas.microsoft.com/office/drawing/2014/main" id="{4AD3B5A4-0CEC-4472-9EBA-D71C4B2A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" name="teams-chrome">
            <a:extLst xmlns:a="http://schemas.openxmlformats.org/drawingml/2006/main">
              <a:ext uri="{FF2B5EF4-FFF2-40B4-BE49-F238E27FC236}">
                <a16:creationId xmlns:a16="http://schemas.microsoft.com/office/drawing/2014/main" id="{3BC4691B-5774-4E9E-8940-AF8C19D2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60-161">
            <a:extLst xmlns:a="http://schemas.openxmlformats.org/drawingml/2006/main">
              <a:ext uri="{FF2B5EF4-FFF2-40B4-BE49-F238E27FC236}">
                <a16:creationId xmlns:a16="http://schemas.microsoft.com/office/drawing/2014/main" id="{B17DDD98-794E-4FB9-B7D2-2E26F611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76-161">
            <a:extLst xmlns:a="http://schemas.openxmlformats.org/drawingml/2006/main">
              <a:ext uri="{FF2B5EF4-FFF2-40B4-BE49-F238E27FC236}">
                <a16:creationId xmlns:a16="http://schemas.microsoft.com/office/drawing/2014/main" id="{B8B3A771-14C7-4F48-9779-6AD5A4A6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9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92-161">
            <a:extLst xmlns:a="http://schemas.openxmlformats.org/drawingml/2006/main">
              <a:ext uri="{FF2B5EF4-FFF2-40B4-BE49-F238E27FC236}">
                <a16:creationId xmlns:a16="http://schemas.microsoft.com/office/drawing/2014/main" id="{5F934DA6-3B4F-430A-B413-F59FB236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ams-url">
            <a:extLst xmlns:a="http://schemas.openxmlformats.org/drawingml/2006/main">
              <a:ext uri="{FF2B5EF4-FFF2-40B4-BE49-F238E27FC236}">
                <a16:creationId xmlns:a16="http://schemas.microsoft.com/office/drawing/2014/main" id="{CDBDDCF4-27B2-4BF2-B0E8-2FA6C37B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6705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ams-heading">
            <a:extLst xmlns:a="http://schemas.openxmlformats.org/drawingml/2006/main">
              <a:ext uri="{FF2B5EF4-FFF2-40B4-BE49-F238E27FC236}">
                <a16:creationId xmlns:a16="http://schemas.microsoft.com/office/drawing/2014/main" id="{95E59D18-D3E9-410D-BBCC-A8DD2109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League teams</a:t>
            </a:r>
          </a:p>
        </p:txBody>
      </p:sp>
      <p:sp>
        <p:nvSpPr>
          <p:cNvPr id="11" name="teams-sub">
            <a:extLst xmlns:a="http://schemas.openxmlformats.org/drawingml/2006/main">
              <a:ext uri="{FF2B5EF4-FFF2-40B4-BE49-F238E27FC236}">
                <a16:creationId xmlns:a16="http://schemas.microsoft.com/office/drawing/2014/main" id="{D8BFFD6B-737F-4FA5-B38B-D31CB12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Franchise identity carries into each new season.</a:t>
            </a:r>
          </a:p>
        </p:txBody>
      </p:sp>
      <p:sp>
        <p:nvSpPr>
          <p:cNvPr id="12" name="team-row-0">
            <a:extLst xmlns:a="http://schemas.openxmlformats.org/drawingml/2006/main">
              <a:ext uri="{FF2B5EF4-FFF2-40B4-BE49-F238E27FC236}">
                <a16:creationId xmlns:a16="http://schemas.microsoft.com/office/drawing/2014/main" id="{4AFEC765-F5FA-4999-BFD7-E7437A0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710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am-avatar-0">
            <a:extLst xmlns:a="http://schemas.openxmlformats.org/drawingml/2006/main">
              <a:ext uri="{FF2B5EF4-FFF2-40B4-BE49-F238E27FC236}">
                <a16:creationId xmlns:a16="http://schemas.microsoft.com/office/drawing/2014/main" id="{0C453D17-7C05-478D-8E11-0AF80F76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am-avatar-t-0">
            <a:extLst xmlns:a="http://schemas.openxmlformats.org/drawingml/2006/main">
              <a:ext uri="{FF2B5EF4-FFF2-40B4-BE49-F238E27FC236}">
                <a16:creationId xmlns:a16="http://schemas.microsoft.com/office/drawing/2014/main" id="{2D4D1BDC-6BD6-42C3-8F14-2E2F5081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28"/>
                </a:solidFill>
              </a:defRPr>
            </a:pPr>
            <a:r>
              <a:rPr sz="975" b="1">
                <a:solidFill>
                  <a:srgbClr val="0B1728"/>
                </a:solidFill>
              </a:rPr>
              <a:t>GG</a:t>
            </a:r>
          </a:p>
        </p:txBody>
      </p:sp>
      <p:sp>
        <p:nvSpPr>
          <p:cNvPr id="15" name="team-n-0">
            <a:extLst xmlns:a="http://schemas.openxmlformats.org/drawingml/2006/main">
              <a:ext uri="{FF2B5EF4-FFF2-40B4-BE49-F238E27FC236}">
                <a16:creationId xmlns:a16="http://schemas.microsoft.com/office/drawing/2014/main" id="{FE6CBD8E-B944-46BB-8D27-2FF7B89D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Gridiron Gurus</a:t>
            </a:r>
          </a:p>
        </p:txBody>
      </p:sp>
      <p:sp>
        <p:nvSpPr>
          <p:cNvPr id="16" name="team-o-0">
            <a:extLst xmlns:a="http://schemas.openxmlformats.org/drawingml/2006/main">
              <a:ext uri="{FF2B5EF4-FFF2-40B4-BE49-F238E27FC236}">
                <a16:creationId xmlns:a16="http://schemas.microsoft.com/office/drawing/2014/main" id="{D8B8DF10-1FEC-4612-B087-BBC0C785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670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Owner: Alex</a:t>
            </a:r>
          </a:p>
        </p:txBody>
      </p:sp>
      <p:sp>
        <p:nvSpPr>
          <p:cNvPr id="17" name="team-edit-0">
            <a:extLst xmlns:a="http://schemas.openxmlformats.org/drawingml/2006/main">
              <a:ext uri="{FF2B5EF4-FFF2-40B4-BE49-F238E27FC236}">
                <a16:creationId xmlns:a16="http://schemas.microsoft.com/office/drawing/2014/main" id="{371E2B0E-3AE1-4817-A5DD-C9E2590B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Manage</a:t>
            </a:r>
          </a:p>
        </p:txBody>
      </p:sp>
      <p:sp>
        <p:nvSpPr>
          <p:cNvPr id="18" name="team-row-1">
            <a:extLst xmlns:a="http://schemas.openxmlformats.org/drawingml/2006/main">
              <a:ext uri="{FF2B5EF4-FFF2-40B4-BE49-F238E27FC236}">
                <a16:creationId xmlns:a16="http://schemas.microsoft.com/office/drawing/2014/main" id="{B3E2C185-BE59-4258-A207-32994F90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710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am-avatar-1">
            <a:extLst xmlns:a="http://schemas.openxmlformats.org/drawingml/2006/main">
              <a:ext uri="{FF2B5EF4-FFF2-40B4-BE49-F238E27FC236}">
                <a16:creationId xmlns:a16="http://schemas.microsoft.com/office/drawing/2014/main" id="{A8E4DF75-F7A9-47C9-B3B4-549C140E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am-avatar-t-1">
            <a:extLst xmlns:a="http://schemas.openxmlformats.org/drawingml/2006/main">
              <a:ext uri="{FF2B5EF4-FFF2-40B4-BE49-F238E27FC236}">
                <a16:creationId xmlns:a16="http://schemas.microsoft.com/office/drawing/2014/main" id="{A57E72F1-C82B-4C07-8769-B332A5A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28"/>
                </a:solidFill>
              </a:defRPr>
            </a:pPr>
            <a:r>
              <a:rPr sz="975" b="1">
                <a:solidFill>
                  <a:srgbClr val="0B1728"/>
                </a:solidFill>
              </a:rPr>
              <a:t>4L</a:t>
            </a:r>
          </a:p>
        </p:txBody>
      </p:sp>
      <p:sp>
        <p:nvSpPr>
          <p:cNvPr id="21" name="team-n-1">
            <a:extLst xmlns:a="http://schemas.openxmlformats.org/drawingml/2006/main">
              <a:ext uri="{FF2B5EF4-FFF2-40B4-BE49-F238E27FC236}">
                <a16:creationId xmlns:a16="http://schemas.microsoft.com/office/drawing/2014/main" id="{099E84A7-5F69-479A-99E7-97B9A3F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Fourth &amp; Long</a:t>
            </a:r>
          </a:p>
        </p:txBody>
      </p:sp>
      <p:sp>
        <p:nvSpPr>
          <p:cNvPr id="22" name="team-o-1">
            <a:extLst xmlns:a="http://schemas.openxmlformats.org/drawingml/2006/main">
              <a:ext uri="{FF2B5EF4-FFF2-40B4-BE49-F238E27FC236}">
                <a16:creationId xmlns:a16="http://schemas.microsoft.com/office/drawing/2014/main" id="{99AF6BAD-5519-4E69-8732-5582E26F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Owner: Jordan</a:t>
            </a:r>
          </a:p>
        </p:txBody>
      </p:sp>
      <p:sp>
        <p:nvSpPr>
          <p:cNvPr id="23" name="team-edit-1">
            <a:extLst xmlns:a="http://schemas.openxmlformats.org/drawingml/2006/main">
              <a:ext uri="{FF2B5EF4-FFF2-40B4-BE49-F238E27FC236}">
                <a16:creationId xmlns:a16="http://schemas.microsoft.com/office/drawing/2014/main" id="{E7B7BA8C-C649-487D-8A3C-9B854D6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814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Manage</a:t>
            </a:r>
          </a:p>
        </p:txBody>
      </p:sp>
      <p:sp>
        <p:nvSpPr>
          <p:cNvPr id="24" name="team-row-2">
            <a:extLst xmlns:a="http://schemas.openxmlformats.org/drawingml/2006/main">
              <a:ext uri="{FF2B5EF4-FFF2-40B4-BE49-F238E27FC236}">
                <a16:creationId xmlns:a16="http://schemas.microsoft.com/office/drawing/2014/main" id="{5B9C8265-1F83-4962-93AA-9E8CC458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710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am-avatar-2">
            <a:extLst xmlns:a="http://schemas.openxmlformats.org/drawingml/2006/main">
              <a:ext uri="{FF2B5EF4-FFF2-40B4-BE49-F238E27FC236}">
                <a16:creationId xmlns:a16="http://schemas.microsoft.com/office/drawing/2014/main" id="{6450C0B5-33EA-4F8F-9AE1-0345095A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29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am-avatar-t-2">
            <a:extLst xmlns:a="http://schemas.openxmlformats.org/drawingml/2006/main">
              <a:ext uri="{FF2B5EF4-FFF2-40B4-BE49-F238E27FC236}">
                <a16:creationId xmlns:a16="http://schemas.microsoft.com/office/drawing/2014/main" id="{CA961568-9D27-4FB9-ACD9-35FB2D4B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28"/>
                </a:solidFill>
              </a:defRPr>
            </a:pPr>
            <a:r>
              <a:rPr sz="975" b="1">
                <a:solidFill>
                  <a:srgbClr val="0B1728"/>
                </a:solidFill>
              </a:rPr>
              <a:t>BB</a:t>
            </a:r>
          </a:p>
        </p:txBody>
      </p:sp>
      <p:sp>
        <p:nvSpPr>
          <p:cNvPr id="27" name="team-n-2">
            <a:extLst xmlns:a="http://schemas.openxmlformats.org/drawingml/2006/main">
              <a:ext uri="{FF2B5EF4-FFF2-40B4-BE49-F238E27FC236}">
                <a16:creationId xmlns:a16="http://schemas.microsoft.com/office/drawing/2014/main" id="{29E850A5-2302-4F93-B6EA-2B33BB9C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Bye Week Bandits</a:t>
            </a:r>
          </a:p>
        </p:txBody>
      </p:sp>
      <p:sp>
        <p:nvSpPr>
          <p:cNvPr id="28" name="team-o-2">
            <a:extLst xmlns:a="http://schemas.openxmlformats.org/drawingml/2006/main">
              <a:ext uri="{FF2B5EF4-FFF2-40B4-BE49-F238E27FC236}">
                <a16:creationId xmlns:a16="http://schemas.microsoft.com/office/drawing/2014/main" id="{0E4042F4-10D8-4B7B-9943-25326562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Owner: Unassigned</a:t>
            </a:r>
          </a:p>
        </p:txBody>
      </p:sp>
      <p:sp>
        <p:nvSpPr>
          <p:cNvPr id="29" name="team-edit-2">
            <a:extLst xmlns:a="http://schemas.openxmlformats.org/drawingml/2006/main">
              <a:ext uri="{FF2B5EF4-FFF2-40B4-BE49-F238E27FC236}">
                <a16:creationId xmlns:a16="http://schemas.microsoft.com/office/drawing/2014/main" id="{F1427F36-0A23-42C2-BE13-AC88571D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48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Manage</a:t>
            </a:r>
          </a:p>
        </p:txBody>
      </p:sp>
      <p:sp>
        <p:nvSpPr>
          <p:cNvPr id="30" name="team-row-3">
            <a:extLst xmlns:a="http://schemas.openxmlformats.org/drawingml/2006/main">
              <a:ext uri="{FF2B5EF4-FFF2-40B4-BE49-F238E27FC236}">
                <a16:creationId xmlns:a16="http://schemas.microsoft.com/office/drawing/2014/main" id="{15810A37-80D9-4498-9AE7-A4E19CE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710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am-avatar-3">
            <a:extLst xmlns:a="http://schemas.openxmlformats.org/drawingml/2006/main">
              <a:ext uri="{FF2B5EF4-FFF2-40B4-BE49-F238E27FC236}">
                <a16:creationId xmlns:a16="http://schemas.microsoft.com/office/drawing/2014/main" id="{F4A783D3-D7AF-469F-B463-B8F6C317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am-avatar-t-3">
            <a:extLst xmlns:a="http://schemas.openxmlformats.org/drawingml/2006/main">
              <a:ext uri="{FF2B5EF4-FFF2-40B4-BE49-F238E27FC236}">
                <a16:creationId xmlns:a16="http://schemas.microsoft.com/office/drawing/2014/main" id="{97B5851B-B0D7-4E6F-8A9F-8CE14661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28"/>
                </a:solidFill>
              </a:defRPr>
            </a:pPr>
            <a:r>
              <a:rPr sz="975" b="1">
                <a:solidFill>
                  <a:srgbClr val="0B1728"/>
                </a:solidFill>
              </a:rPr>
              <a:t>RZ</a:t>
            </a:r>
          </a:p>
        </p:txBody>
      </p:sp>
      <p:sp>
        <p:nvSpPr>
          <p:cNvPr id="33" name="team-n-3">
            <a:extLst xmlns:a="http://schemas.openxmlformats.org/drawingml/2006/main">
              <a:ext uri="{FF2B5EF4-FFF2-40B4-BE49-F238E27FC236}">
                <a16:creationId xmlns:a16="http://schemas.microsoft.com/office/drawing/2014/main" id="{BB5E22BD-9022-4F88-9819-0679937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Red Zone</a:t>
            </a:r>
          </a:p>
        </p:txBody>
      </p:sp>
      <p:sp>
        <p:nvSpPr>
          <p:cNvPr id="34" name="team-o-3">
            <a:extLst xmlns:a="http://schemas.openxmlformats.org/drawingml/2006/main">
              <a:ext uri="{FF2B5EF4-FFF2-40B4-BE49-F238E27FC236}">
                <a16:creationId xmlns:a16="http://schemas.microsoft.com/office/drawing/2014/main" id="{95625048-46DA-41D5-8F74-81663036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673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Owner: Casey</a:t>
            </a:r>
          </a:p>
        </p:txBody>
      </p:sp>
      <p:sp>
        <p:nvSpPr>
          <p:cNvPr id="35" name="team-edit-3">
            <a:extLst xmlns:a="http://schemas.openxmlformats.org/drawingml/2006/main">
              <a:ext uri="{FF2B5EF4-FFF2-40B4-BE49-F238E27FC236}">
                <a16:creationId xmlns:a16="http://schemas.microsoft.com/office/drawing/2014/main" id="{DD0AD32C-C19F-4422-9A56-CA18221A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149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Manage</a:t>
            </a:r>
          </a:p>
        </p:txBody>
      </p:sp>
      <p:sp>
        <p:nvSpPr>
          <p:cNvPr id="36" name="teams-callout">
            <a:extLst xmlns:a="http://schemas.openxmlformats.org/drawingml/2006/main">
              <a:ext uri="{FF2B5EF4-FFF2-40B4-BE49-F238E27FC236}">
                <a16:creationId xmlns:a16="http://schemas.microsoft.com/office/drawing/2014/main" id="{BF4C4C62-1CE1-4449-AA87-FECC833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Ownership is durable</a:t>
            </a:r>
          </a:p>
        </p:txBody>
      </p:sp>
      <p:sp>
        <p:nvSpPr>
          <p:cNvPr id="37" name="teams-copy">
            <a:extLst xmlns:a="http://schemas.openxmlformats.org/drawingml/2006/main">
              <a:ext uri="{FF2B5EF4-FFF2-40B4-BE49-F238E27FC236}">
                <a16:creationId xmlns:a16="http://schemas.microsoft.com/office/drawing/2014/main" id="{80F2FD86-3C0F-4386-9247-3D5E7BC7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Commissioners manage franchises and assign owners once. Those assignments materialize into setup-phase draft slots automatically.</a:t>
            </a:r>
          </a:p>
        </p:txBody>
      </p:sp>
      <p:sp>
        <p:nvSpPr>
          <p:cNvPr id="38" name="teams-benefit">
            <a:extLst xmlns:a="http://schemas.openxmlformats.org/drawingml/2006/main">
              <a:ext uri="{FF2B5EF4-FFF2-40B4-BE49-F238E27FC236}">
                <a16:creationId xmlns:a16="http://schemas.microsoft.com/office/drawing/2014/main" id="{DC67B981-D8D5-4C3B-BFDF-572163E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Less draft-night admin. Fewer wrong-owner mistakes.</a:t>
            </a:r>
          </a:p>
        </p:txBody>
      </p:sp>
    </p:spTree>
    <p:extLst>
      <p:ext uri="{BB962C8B-B14F-4D97-AF65-F5344CB8AC3E}">
        <p14:creationId xmlns:p14="http://schemas.microsoft.com/office/powerpoint/2010/main" val="589046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7">
            <a:extLst xmlns:a="http://schemas.openxmlformats.org/drawingml/2006/main">
              <a:ext uri="{FF2B5EF4-FFF2-40B4-BE49-F238E27FC236}">
                <a16:creationId xmlns:a16="http://schemas.microsoft.com/office/drawing/2014/main" id="{2426C598-CAB7-43D8-BFB2-158C096E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WIREFRAME 4 OF 6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779C1BE-BF74-45F7-929F-62223B3F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draft setup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50C40863-22D1-4C33-A51B-503ACCDB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07</a:t>
            </a:r>
          </a:p>
        </p:txBody>
      </p:sp>
      <p:sp>
        <p:nvSpPr>
          <p:cNvPr id="4" name="setup-browser">
            <a:extLst xmlns:a="http://schemas.openxmlformats.org/drawingml/2006/main">
              <a:ext uri="{FF2B5EF4-FFF2-40B4-BE49-F238E27FC236}">
                <a16:creationId xmlns:a16="http://schemas.microsoft.com/office/drawing/2014/main" id="{D9C75EF6-867B-4B03-8736-91E35D46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" name="setup-chrome">
            <a:extLst xmlns:a="http://schemas.openxmlformats.org/drawingml/2006/main">
              <a:ext uri="{FF2B5EF4-FFF2-40B4-BE49-F238E27FC236}">
                <a16:creationId xmlns:a16="http://schemas.microsoft.com/office/drawing/2014/main" id="{2ADCFC22-3154-4019-B562-ED5370E2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60-161">
            <a:extLst xmlns:a="http://schemas.openxmlformats.org/drawingml/2006/main">
              <a:ext uri="{FF2B5EF4-FFF2-40B4-BE49-F238E27FC236}">
                <a16:creationId xmlns:a16="http://schemas.microsoft.com/office/drawing/2014/main" id="{B73F76C7-C5AF-4108-B502-B1D11601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76-161">
            <a:extLst xmlns:a="http://schemas.openxmlformats.org/drawingml/2006/main">
              <a:ext uri="{FF2B5EF4-FFF2-40B4-BE49-F238E27FC236}">
                <a16:creationId xmlns:a16="http://schemas.microsoft.com/office/drawing/2014/main" id="{276F126B-D6B1-4329-BF41-EC0C5A9B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9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92-161">
            <a:extLst xmlns:a="http://schemas.openxmlformats.org/drawingml/2006/main">
              <a:ext uri="{FF2B5EF4-FFF2-40B4-BE49-F238E27FC236}">
                <a16:creationId xmlns:a16="http://schemas.microsoft.com/office/drawing/2014/main" id="{82BC4464-CFE1-4384-B586-5B665C8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tup-url">
            <a:extLst xmlns:a="http://schemas.openxmlformats.org/drawingml/2006/main">
              <a:ext uri="{FF2B5EF4-FFF2-40B4-BE49-F238E27FC236}">
                <a16:creationId xmlns:a16="http://schemas.microsoft.com/office/drawing/2014/main" id="{0A4F3E53-42AB-4448-A46F-8863CB2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6705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tup-heading">
            <a:extLst xmlns:a="http://schemas.openxmlformats.org/drawingml/2006/main">
              <a:ext uri="{FF2B5EF4-FFF2-40B4-BE49-F238E27FC236}">
                <a16:creationId xmlns:a16="http://schemas.microsoft.com/office/drawing/2014/main" id="{72761D63-8A2B-4379-9FB4-0A4703E9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11F"/>
                </a:solidFill>
              </a:defRPr>
            </a:pPr>
            <a:r>
              <a:rPr sz="2175" b="1">
                <a:solidFill>
                  <a:srgbClr val="07111F"/>
                </a:solidFill>
              </a:rPr>
              <a:t>Configure 2026 Draft</a:t>
            </a:r>
          </a:p>
        </p:txBody>
      </p:sp>
      <p:sp>
        <p:nvSpPr>
          <p:cNvPr id="11" name="setup-tab-bg-0">
            <a:extLst xmlns:a="http://schemas.openxmlformats.org/drawingml/2006/main">
              <a:ext uri="{FF2B5EF4-FFF2-40B4-BE49-F238E27FC236}">
                <a16:creationId xmlns:a16="http://schemas.microsoft.com/office/drawing/2014/main" id="{4717EF4B-4761-4C7B-B96F-B6F9935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tup-tab-0">
            <a:extLst xmlns:a="http://schemas.openxmlformats.org/drawingml/2006/main">
              <a:ext uri="{FF2B5EF4-FFF2-40B4-BE49-F238E27FC236}">
                <a16:creationId xmlns:a16="http://schemas.microsoft.com/office/drawing/2014/main" id="{9BA9A503-943C-43E2-A4FB-2170AD17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Settings</a:t>
            </a:r>
          </a:p>
        </p:txBody>
      </p:sp>
      <p:sp>
        <p:nvSpPr>
          <p:cNvPr id="13" name="setup-tab-1">
            <a:extLst xmlns:a="http://schemas.openxmlformats.org/drawingml/2006/main">
              <a:ext uri="{FF2B5EF4-FFF2-40B4-BE49-F238E27FC236}">
                <a16:creationId xmlns:a16="http://schemas.microsoft.com/office/drawing/2014/main" id="{168ED2C4-8DEE-4789-B1B9-BCCF0353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33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Teams</a:t>
            </a:r>
          </a:p>
        </p:txBody>
      </p:sp>
      <p:sp>
        <p:nvSpPr>
          <p:cNvPr id="14" name="setup-tab-2">
            <a:extLst xmlns:a="http://schemas.openxmlformats.org/drawingml/2006/main">
              <a:ext uri="{FF2B5EF4-FFF2-40B4-BE49-F238E27FC236}">
                <a16:creationId xmlns:a16="http://schemas.microsoft.com/office/drawing/2014/main" id="{7473E220-F771-43F9-B33C-89B57D8E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33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Order</a:t>
            </a:r>
          </a:p>
        </p:txBody>
      </p:sp>
      <p:sp>
        <p:nvSpPr>
          <p:cNvPr id="15" name="setup-tab-3">
            <a:extLst xmlns:a="http://schemas.openxmlformats.org/drawingml/2006/main">
              <a:ext uri="{FF2B5EF4-FFF2-40B4-BE49-F238E27FC236}">
                <a16:creationId xmlns:a16="http://schemas.microsoft.com/office/drawing/2014/main" id="{73C8932C-E090-405A-8480-641D8C7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33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6D"/>
                </a:solidFill>
              </a:defRPr>
            </a:pPr>
            <a:r>
              <a:rPr sz="1050" b="0">
                <a:solidFill>
                  <a:srgbClr val="53616D"/>
                </a:solidFill>
              </a:rPr>
              <a:t>Invites</a:t>
            </a:r>
          </a:p>
        </p:txBody>
      </p:sp>
      <p:sp>
        <p:nvSpPr>
          <p:cNvPr id="16" name="field-label-0">
            <a:extLst xmlns:a="http://schemas.openxmlformats.org/drawingml/2006/main">
              <a:ext uri="{FF2B5EF4-FFF2-40B4-BE49-F238E27FC236}">
                <a16:creationId xmlns:a16="http://schemas.microsoft.com/office/drawing/2014/main" id="{93CF799D-294E-4547-B60C-E31259E6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6D"/>
                </a:solidFill>
              </a:defRPr>
            </a:pPr>
            <a:r>
              <a:rPr sz="1050" b="1">
                <a:solidFill>
                  <a:srgbClr val="53616D"/>
                </a:solidFill>
              </a:rPr>
              <a:t>Teams</a:t>
            </a:r>
          </a:p>
        </p:txBody>
      </p:sp>
      <p:sp>
        <p:nvSpPr>
          <p:cNvPr id="17" name="field-0">
            <a:extLst xmlns:a="http://schemas.openxmlformats.org/drawingml/2006/main">
              <a:ext uri="{FF2B5EF4-FFF2-40B4-BE49-F238E27FC236}">
                <a16:creationId xmlns:a16="http://schemas.microsoft.com/office/drawing/2014/main" id="{9BFF8150-653E-4897-A80A-E767EE7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18" name="field-val-0">
            <a:extLst xmlns:a="http://schemas.openxmlformats.org/drawingml/2006/main">
              <a:ext uri="{FF2B5EF4-FFF2-40B4-BE49-F238E27FC236}">
                <a16:creationId xmlns:a16="http://schemas.microsoft.com/office/drawing/2014/main" id="{01A21122-9425-45F7-BB92-3C961F35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12</a:t>
            </a:r>
          </a:p>
        </p:txBody>
      </p:sp>
      <p:sp>
        <p:nvSpPr>
          <p:cNvPr id="19" name="field-label-1">
            <a:extLst xmlns:a="http://schemas.openxmlformats.org/drawingml/2006/main">
              <a:ext uri="{FF2B5EF4-FFF2-40B4-BE49-F238E27FC236}">
                <a16:creationId xmlns:a16="http://schemas.microsoft.com/office/drawing/2014/main" id="{18EC2298-5C12-45D1-8A08-DEB0273D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6D"/>
                </a:solidFill>
              </a:defRPr>
            </a:pPr>
            <a:r>
              <a:rPr sz="1050" b="1">
                <a:solidFill>
                  <a:srgbClr val="53616D"/>
                </a:solidFill>
              </a:rPr>
              <a:t>Rounds</a:t>
            </a:r>
          </a:p>
        </p:txBody>
      </p:sp>
      <p:sp>
        <p:nvSpPr>
          <p:cNvPr id="20" name="field-1">
            <a:extLst xmlns:a="http://schemas.openxmlformats.org/drawingml/2006/main">
              <a:ext uri="{FF2B5EF4-FFF2-40B4-BE49-F238E27FC236}">
                <a16:creationId xmlns:a16="http://schemas.microsoft.com/office/drawing/2014/main" id="{C179C50D-D9FC-49CE-B977-B6214992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099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21" name="field-val-1">
            <a:extLst xmlns:a="http://schemas.openxmlformats.org/drawingml/2006/main">
              <a:ext uri="{FF2B5EF4-FFF2-40B4-BE49-F238E27FC236}">
                <a16:creationId xmlns:a16="http://schemas.microsoft.com/office/drawing/2014/main" id="{3CB15CD0-1BF3-48A9-AF06-67F2B073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16</a:t>
            </a:r>
          </a:p>
        </p:txBody>
      </p:sp>
      <p:sp>
        <p:nvSpPr>
          <p:cNvPr id="22" name="field-label-2">
            <a:extLst xmlns:a="http://schemas.openxmlformats.org/drawingml/2006/main">
              <a:ext uri="{FF2B5EF4-FFF2-40B4-BE49-F238E27FC236}">
                <a16:creationId xmlns:a16="http://schemas.microsoft.com/office/drawing/2014/main" id="{9CCA40A7-0FD1-4068-A381-DA2D4B0E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6D"/>
                </a:solidFill>
              </a:defRPr>
            </a:pPr>
            <a:r>
              <a:rPr sz="1050" b="1">
                <a:solidFill>
                  <a:srgbClr val="53616D"/>
                </a:solidFill>
              </a:rPr>
              <a:t>Pick clock</a:t>
            </a:r>
          </a:p>
        </p:txBody>
      </p:sp>
      <p:sp>
        <p:nvSpPr>
          <p:cNvPr id="23" name="field-2">
            <a:extLst xmlns:a="http://schemas.openxmlformats.org/drawingml/2006/main">
              <a:ext uri="{FF2B5EF4-FFF2-40B4-BE49-F238E27FC236}">
                <a16:creationId xmlns:a16="http://schemas.microsoft.com/office/drawing/2014/main" id="{83EB3A81-A718-450B-8E95-8F3041D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24" name="field-val-2">
            <a:extLst xmlns:a="http://schemas.openxmlformats.org/drawingml/2006/main">
              <a:ext uri="{FF2B5EF4-FFF2-40B4-BE49-F238E27FC236}">
                <a16:creationId xmlns:a16="http://schemas.microsoft.com/office/drawing/2014/main" id="{E7B82879-9429-4153-87C4-28FA05E3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90 sec</a:t>
            </a:r>
          </a:p>
        </p:txBody>
      </p:sp>
      <p:sp>
        <p:nvSpPr>
          <p:cNvPr id="25" name="field-label-3">
            <a:extLst xmlns:a="http://schemas.openxmlformats.org/drawingml/2006/main">
              <a:ext uri="{FF2B5EF4-FFF2-40B4-BE49-F238E27FC236}">
                <a16:creationId xmlns:a16="http://schemas.microsoft.com/office/drawing/2014/main" id="{4B31B7CC-3C35-4E99-8AB5-1498C032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19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6D"/>
                </a:solidFill>
              </a:defRPr>
            </a:pPr>
            <a:r>
              <a:rPr sz="1050" b="1">
                <a:solidFill>
                  <a:srgbClr val="53616D"/>
                </a:solidFill>
              </a:rPr>
              <a:t>Format</a:t>
            </a:r>
          </a:p>
        </p:txBody>
      </p:sp>
      <p:sp>
        <p:nvSpPr>
          <p:cNvPr id="26" name="field-3">
            <a:extLst xmlns:a="http://schemas.openxmlformats.org/drawingml/2006/main">
              <a:ext uri="{FF2B5EF4-FFF2-40B4-BE49-F238E27FC236}">
                <a16:creationId xmlns:a16="http://schemas.microsoft.com/office/drawing/2014/main" id="{351F5997-B6AC-48BB-9AC6-7D892C2A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862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27" name="field-val-3">
            <a:extLst xmlns:a="http://schemas.openxmlformats.org/drawingml/2006/main">
              <a:ext uri="{FF2B5EF4-FFF2-40B4-BE49-F238E27FC236}">
                <a16:creationId xmlns:a16="http://schemas.microsoft.com/office/drawing/2014/main" id="{6490DAA1-A9C9-4360-B52A-A6862FA5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24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PPR</a:t>
            </a:r>
          </a:p>
        </p:txBody>
      </p:sp>
      <p:sp>
        <p:nvSpPr>
          <p:cNvPr id="28" name="setup-side">
            <a:extLst xmlns:a="http://schemas.openxmlformats.org/drawingml/2006/main">
              <a:ext uri="{FF2B5EF4-FFF2-40B4-BE49-F238E27FC236}">
                <a16:creationId xmlns:a16="http://schemas.microsoft.com/office/drawing/2014/main" id="{D14FAF84-C40D-441F-9BC6-9FCC61A4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21145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tup-side-title">
            <a:extLst xmlns:a="http://schemas.openxmlformats.org/drawingml/2006/main">
              <a:ext uri="{FF2B5EF4-FFF2-40B4-BE49-F238E27FC236}">
                <a16:creationId xmlns:a16="http://schemas.microsoft.com/office/drawing/2014/main" id="{A0916B87-DF96-4E0F-A5CB-08F274DB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Draft summary</a:t>
            </a:r>
          </a:p>
        </p:txBody>
      </p:sp>
      <p:sp>
        <p:nvSpPr>
          <p:cNvPr id="30" name="setup-side-copy">
            <a:extLst xmlns:a="http://schemas.openxmlformats.org/drawingml/2006/main">
              <a:ext uri="{FF2B5EF4-FFF2-40B4-BE49-F238E27FC236}">
                <a16:creationId xmlns:a16="http://schemas.microsoft.com/office/drawing/2014/main" id="{D72C5697-30C5-4351-AEF8-65D69C7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52850"/>
            <a:ext cx="166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DF"/>
                </a:solidFill>
              </a:defRPr>
            </a:pPr>
            <a:r>
              <a:rPr sz="1200" b="0">
                <a:solidFill>
                  <a:srgbClr val="CBD5DF"/>
                </a:solidFill>
              </a:rPr>
              <a:t>Snake draft</a:t>
            </a:r>
          </a:p>
          <a:p xmlns:a="http://schemas.openxmlformats.org/drawingml/2006/main">
            <a:pPr algn="l">
              <a:defRPr sz="1200" b="0">
                <a:solidFill>
                  <a:srgbClr val="CBD5DF"/>
                </a:solidFill>
              </a:defRPr>
            </a:pPr>
            <a:r>
              <a:rPr sz="1200" b="0">
                <a:solidFill>
                  <a:srgbClr val="CBD5DF"/>
                </a:solidFill>
              </a:rPr>
              <a:t>12 teams</a:t>
            </a:r>
          </a:p>
          <a:p xmlns:a="http://schemas.openxmlformats.org/drawingml/2006/main">
            <a:pPr algn="l">
              <a:defRPr sz="1200" b="0">
                <a:solidFill>
                  <a:srgbClr val="CBD5DF"/>
                </a:solidFill>
              </a:defRPr>
            </a:pPr>
            <a:r>
              <a:rPr sz="1200" b="0">
                <a:solidFill>
                  <a:srgbClr val="CBD5DF"/>
                </a:solidFill>
              </a:rPr>
              <a:t>16 rounds</a:t>
            </a:r>
          </a:p>
          <a:p xmlns:a="http://schemas.openxmlformats.org/drawingml/2006/main">
            <a:pPr algn="l">
              <a:defRPr sz="1200" b="0">
                <a:solidFill>
                  <a:srgbClr val="CBD5DF"/>
                </a:solidFill>
              </a:defRPr>
            </a:pPr>
            <a:r>
              <a:rPr sz="1200" b="0">
                <a:solidFill>
                  <a:srgbClr val="CBD5DF"/>
                </a:solidFill>
              </a:rPr>
              <a:t>90-second clock</a:t>
            </a:r>
          </a:p>
        </p:txBody>
      </p:sp>
      <p:sp>
        <p:nvSpPr>
          <p:cNvPr id="31" name="setup-save">
            <a:extLst xmlns:a="http://schemas.openxmlformats.org/drawingml/2006/main">
              <a:ext uri="{FF2B5EF4-FFF2-40B4-BE49-F238E27FC236}">
                <a16:creationId xmlns:a16="http://schemas.microsoft.com/office/drawing/2014/main" id="{361372B5-B879-401C-BCE4-B5B3177D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0125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tup-save-text">
            <a:extLst xmlns:a="http://schemas.openxmlformats.org/drawingml/2006/main">
              <a:ext uri="{FF2B5EF4-FFF2-40B4-BE49-F238E27FC236}">
                <a16:creationId xmlns:a16="http://schemas.microsoft.com/office/drawing/2014/main" id="{644BAEE3-F24B-4EF9-9928-FC4AF92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291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728"/>
                </a:solidFill>
              </a:defRPr>
            </a:pPr>
            <a:r>
              <a:rPr sz="1050" b="1">
                <a:solidFill>
                  <a:srgbClr val="0B1728"/>
                </a:solidFill>
              </a:rPr>
              <a:t>Ready for lobby</a:t>
            </a:r>
          </a:p>
        </p:txBody>
      </p:sp>
      <p:sp>
        <p:nvSpPr>
          <p:cNvPr id="33" name="setup-callout">
            <a:extLst xmlns:a="http://schemas.openxmlformats.org/drawingml/2006/main">
              <a:ext uri="{FF2B5EF4-FFF2-40B4-BE49-F238E27FC236}">
                <a16:creationId xmlns:a16="http://schemas.microsoft.com/office/drawing/2014/main" id="{7BD625F8-5580-46D8-A353-0F2BAFE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One control surface</a:t>
            </a:r>
          </a:p>
        </p:txBody>
      </p:sp>
      <p:sp>
        <p:nvSpPr>
          <p:cNvPr id="34" name="setup-copy">
            <a:extLst xmlns:a="http://schemas.openxmlformats.org/drawingml/2006/main">
              <a:ext uri="{FF2B5EF4-FFF2-40B4-BE49-F238E27FC236}">
                <a16:creationId xmlns:a16="http://schemas.microsoft.com/office/drawing/2014/main" id="{11CFFC33-F26B-44D9-A7BA-EEEC5B84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Timer behavior, scoring, schedule, roster positions, team profiles, invitations, and draft order live together.</a:t>
            </a:r>
          </a:p>
        </p:txBody>
      </p:sp>
      <p:sp>
        <p:nvSpPr>
          <p:cNvPr id="35" name="setup-warning">
            <a:extLst xmlns:a="http://schemas.openxmlformats.org/drawingml/2006/main">
              <a:ext uri="{FF2B5EF4-FFF2-40B4-BE49-F238E27FC236}">
                <a16:creationId xmlns:a16="http://schemas.microsoft.com/office/drawing/2014/main" id="{1CB7C7A0-0B03-40E7-A797-A56146D9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762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tup-warning-title">
            <a:extLst xmlns:a="http://schemas.openxmlformats.org/drawingml/2006/main">
              <a:ext uri="{FF2B5EF4-FFF2-40B4-BE49-F238E27FC236}">
                <a16:creationId xmlns:a16="http://schemas.microsoft.com/office/drawing/2014/main" id="{236EDBEC-83D4-4521-BC13-AC693D3C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481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9A27"/>
                </a:solidFill>
              </a:defRPr>
            </a:pPr>
            <a:r>
              <a:rPr sz="1200" b="1">
                <a:solidFill>
                  <a:srgbClr val="E29A27"/>
                </a:solidFill>
              </a:rPr>
              <a:t>Stabilization focus</a:t>
            </a:r>
          </a:p>
        </p:txBody>
      </p:sp>
      <p:sp>
        <p:nvSpPr>
          <p:cNvPr id="37" name="setup-warning-copy">
            <a:extLst xmlns:a="http://schemas.openxmlformats.org/drawingml/2006/main">
              <a:ext uri="{FF2B5EF4-FFF2-40B4-BE49-F238E27FC236}">
                <a16:creationId xmlns:a16="http://schemas.microsoft.com/office/drawing/2014/main" id="{84A8E742-797A-4A35-B12E-21F6E7A5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434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Move every setup write behind atomic, commissioner-authorized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1550893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8">
            <a:extLst xmlns:a="http://schemas.openxmlformats.org/drawingml/2006/main">
              <a:ext uri="{FF2B5EF4-FFF2-40B4-BE49-F238E27FC236}">
                <a16:creationId xmlns:a16="http://schemas.microsoft.com/office/drawing/2014/main" id="{7DD5806E-20D2-46F9-B0AA-D7128E35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WIREFRAME 5 OF 6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40526F2-2116-4100-BCEB-59A00747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pre-draft lobby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8D609931-FFF6-44BB-A382-F239BCF6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08</a:t>
            </a:r>
          </a:p>
        </p:txBody>
      </p:sp>
      <p:sp>
        <p:nvSpPr>
          <p:cNvPr id="4" name="lobby-browser">
            <a:extLst xmlns:a="http://schemas.openxmlformats.org/drawingml/2006/main">
              <a:ext uri="{FF2B5EF4-FFF2-40B4-BE49-F238E27FC236}">
                <a16:creationId xmlns:a16="http://schemas.microsoft.com/office/drawing/2014/main" id="{4FAFFD5B-C27E-442C-9234-177F583A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" name="lobby-chrome">
            <a:extLst xmlns:a="http://schemas.openxmlformats.org/drawingml/2006/main">
              <a:ext uri="{FF2B5EF4-FFF2-40B4-BE49-F238E27FC236}">
                <a16:creationId xmlns:a16="http://schemas.microsoft.com/office/drawing/2014/main" id="{10B697F4-1936-40AD-9C1D-91C58F3D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60-161">
            <a:extLst xmlns:a="http://schemas.openxmlformats.org/drawingml/2006/main">
              <a:ext uri="{FF2B5EF4-FFF2-40B4-BE49-F238E27FC236}">
                <a16:creationId xmlns:a16="http://schemas.microsoft.com/office/drawing/2014/main" id="{AFA3B6AA-3114-494D-A4A3-06E0CA04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76-161">
            <a:extLst xmlns:a="http://schemas.openxmlformats.org/drawingml/2006/main">
              <a:ext uri="{FF2B5EF4-FFF2-40B4-BE49-F238E27FC236}">
                <a16:creationId xmlns:a16="http://schemas.microsoft.com/office/drawing/2014/main" id="{588AEDB5-9202-4164-8B7E-15B8E68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9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92-161">
            <a:extLst xmlns:a="http://schemas.openxmlformats.org/drawingml/2006/main">
              <a:ext uri="{FF2B5EF4-FFF2-40B4-BE49-F238E27FC236}">
                <a16:creationId xmlns:a16="http://schemas.microsoft.com/office/drawing/2014/main" id="{CC4A8D1F-1D2D-43F6-B64D-D01EA49A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bby-url">
            <a:extLst xmlns:a="http://schemas.openxmlformats.org/drawingml/2006/main">
              <a:ext uri="{FF2B5EF4-FFF2-40B4-BE49-F238E27FC236}">
                <a16:creationId xmlns:a16="http://schemas.microsoft.com/office/drawing/2014/main" id="{C97E7FC0-D7B5-4FF1-9307-111C5F4B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6705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bby-top">
            <a:extLst xmlns:a="http://schemas.openxmlformats.org/drawingml/2006/main">
              <a:ext uri="{FF2B5EF4-FFF2-40B4-BE49-F238E27FC236}">
                <a16:creationId xmlns:a16="http://schemas.microsoft.com/office/drawing/2014/main" id="{2065C798-84CC-473A-BA08-AE8D23B8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obby-brand">
            <a:extLst xmlns:a="http://schemas.openxmlformats.org/drawingml/2006/main">
              <a:ext uri="{FF2B5EF4-FFF2-40B4-BE49-F238E27FC236}">
                <a16:creationId xmlns:a16="http://schemas.microsoft.com/office/drawing/2014/main" id="{FF1193C4-85F6-4C55-8EA2-D4EF7E37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Sunday Legends • 2026 Draft</a:t>
            </a:r>
          </a:p>
        </p:txBody>
      </p:sp>
      <p:sp>
        <p:nvSpPr>
          <p:cNvPr id="12" name="pill-STARTS IN 00:18:42-642">
            <a:extLst xmlns:a="http://schemas.openxmlformats.org/drawingml/2006/main">
              <a:ext uri="{FF2B5EF4-FFF2-40B4-BE49-F238E27FC236}">
                <a16:creationId xmlns:a16="http://schemas.microsoft.com/office/drawing/2014/main" id="{97D44FCC-14E5-4DC5-BB9E-D79C3B84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ill-text-STARTS IN 00:18:42-642">
            <a:extLst xmlns:a="http://schemas.openxmlformats.org/drawingml/2006/main">
              <a:ext uri="{FF2B5EF4-FFF2-40B4-BE49-F238E27FC236}">
                <a16:creationId xmlns:a16="http://schemas.microsoft.com/office/drawing/2014/main" id="{3F2981DC-3917-4471-B5BC-46226DB6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STARTS IN 00:18:42</a:t>
            </a:r>
          </a:p>
        </p:txBody>
      </p:sp>
      <p:sp>
        <p:nvSpPr>
          <p:cNvPr id="14" name="lobby-heading">
            <a:extLst xmlns:a="http://schemas.openxmlformats.org/drawingml/2006/main">
              <a:ext uri="{FF2B5EF4-FFF2-40B4-BE49-F238E27FC236}">
                <a16:creationId xmlns:a16="http://schemas.microsoft.com/office/drawing/2014/main" id="{75868AC2-40B5-4DF8-9BD3-E69060F2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11F"/>
                </a:solidFill>
              </a:defRPr>
            </a:pPr>
            <a:r>
              <a:rPr sz="2175" b="1">
                <a:solidFill>
                  <a:srgbClr val="07111F"/>
                </a:solidFill>
              </a:rPr>
              <a:t>Owners are gathering</a:t>
            </a:r>
          </a:p>
        </p:txBody>
      </p:sp>
      <p:sp>
        <p:nvSpPr>
          <p:cNvPr id="15" name="dot-78-362">
            <a:extLst xmlns:a="http://schemas.openxmlformats.org/drawingml/2006/main">
              <a:ext uri="{FF2B5EF4-FFF2-40B4-BE49-F238E27FC236}">
                <a16:creationId xmlns:a16="http://schemas.microsoft.com/office/drawing/2014/main" id="{C3A556C3-D095-48E7-A653-711ACF9E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wner-name-0">
            <a:extLst xmlns:a="http://schemas.openxmlformats.org/drawingml/2006/main">
              <a:ext uri="{FF2B5EF4-FFF2-40B4-BE49-F238E27FC236}">
                <a16:creationId xmlns:a16="http://schemas.microsoft.com/office/drawing/2014/main" id="{C58085AC-15D0-480E-8A82-0F9E4E0D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Alex</a:t>
            </a:r>
          </a:p>
        </p:txBody>
      </p:sp>
      <p:sp>
        <p:nvSpPr>
          <p:cNvPr id="17" name="owner-team-0">
            <a:extLst xmlns:a="http://schemas.openxmlformats.org/drawingml/2006/main">
              <a:ext uri="{FF2B5EF4-FFF2-40B4-BE49-F238E27FC236}">
                <a16:creationId xmlns:a16="http://schemas.microsoft.com/office/drawing/2014/main" id="{701FA4F6-990F-4C33-AFA1-84437763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Gridiron Gurus</a:t>
            </a:r>
          </a:p>
        </p:txBody>
      </p:sp>
      <p:sp>
        <p:nvSpPr>
          <p:cNvPr id="18" name="owner-status-0">
            <a:extLst xmlns:a="http://schemas.openxmlformats.org/drawingml/2006/main">
              <a:ext uri="{FF2B5EF4-FFF2-40B4-BE49-F238E27FC236}">
                <a16:creationId xmlns:a16="http://schemas.microsoft.com/office/drawing/2014/main" id="{2C31CA0D-24E7-4166-9CD8-DD43341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A36D"/>
                </a:solidFill>
              </a:defRPr>
            </a:pPr>
            <a:r>
              <a:rPr sz="1050" b="1">
                <a:solidFill>
                  <a:srgbClr val="16A36D"/>
                </a:solidFill>
              </a:rPr>
              <a:t>Online</a:t>
            </a:r>
          </a:p>
        </p:txBody>
      </p:sp>
      <p:sp>
        <p:nvSpPr>
          <p:cNvPr id="19" name="dot-78-418">
            <a:extLst xmlns:a="http://schemas.openxmlformats.org/drawingml/2006/main">
              <a:ext uri="{FF2B5EF4-FFF2-40B4-BE49-F238E27FC236}">
                <a16:creationId xmlns:a16="http://schemas.microsoft.com/office/drawing/2014/main" id="{F11609DE-0E89-4AEE-B0B7-9436A498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wner-name-1">
            <a:extLst xmlns:a="http://schemas.openxmlformats.org/drawingml/2006/main">
              <a:ext uri="{FF2B5EF4-FFF2-40B4-BE49-F238E27FC236}">
                <a16:creationId xmlns:a16="http://schemas.microsoft.com/office/drawing/2014/main" id="{87B90BCB-7D9F-4F26-AAC9-FDFD2B66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Jordan</a:t>
            </a:r>
          </a:p>
        </p:txBody>
      </p:sp>
      <p:sp>
        <p:nvSpPr>
          <p:cNvPr id="21" name="owner-team-1">
            <a:extLst xmlns:a="http://schemas.openxmlformats.org/drawingml/2006/main">
              <a:ext uri="{FF2B5EF4-FFF2-40B4-BE49-F238E27FC236}">
                <a16:creationId xmlns:a16="http://schemas.microsoft.com/office/drawing/2014/main" id="{052A6185-82F8-4FD3-B009-62A7EB2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67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Fourth &amp; Long</a:t>
            </a:r>
          </a:p>
        </p:txBody>
      </p:sp>
      <p:sp>
        <p:nvSpPr>
          <p:cNvPr id="22" name="owner-status-1">
            <a:extLst xmlns:a="http://schemas.openxmlformats.org/drawingml/2006/main">
              <a:ext uri="{FF2B5EF4-FFF2-40B4-BE49-F238E27FC236}">
                <a16:creationId xmlns:a16="http://schemas.microsoft.com/office/drawing/2014/main" id="{B371ED0F-96CA-43AD-AA2C-88832E63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671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A36D"/>
                </a:solidFill>
              </a:defRPr>
            </a:pPr>
            <a:r>
              <a:rPr sz="1050" b="1">
                <a:solidFill>
                  <a:srgbClr val="16A36D"/>
                </a:solidFill>
              </a:rPr>
              <a:t>Online</a:t>
            </a:r>
          </a:p>
        </p:txBody>
      </p:sp>
      <p:sp>
        <p:nvSpPr>
          <p:cNvPr id="23" name="dot-78-474">
            <a:extLst xmlns:a="http://schemas.openxmlformats.org/drawingml/2006/main">
              <a:ext uri="{FF2B5EF4-FFF2-40B4-BE49-F238E27FC236}">
                <a16:creationId xmlns:a16="http://schemas.microsoft.com/office/drawing/2014/main" id="{14EF63E4-E6F3-410A-8A51-E704BC16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wner-name-2">
            <a:extLst xmlns:a="http://schemas.openxmlformats.org/drawingml/2006/main">
              <a:ext uri="{FF2B5EF4-FFF2-40B4-BE49-F238E27FC236}">
                <a16:creationId xmlns:a16="http://schemas.microsoft.com/office/drawing/2014/main" id="{D356699F-57FC-484B-B16E-9D6F456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Casey</a:t>
            </a:r>
          </a:p>
        </p:txBody>
      </p:sp>
      <p:sp>
        <p:nvSpPr>
          <p:cNvPr id="25" name="owner-team-2">
            <a:extLst xmlns:a="http://schemas.openxmlformats.org/drawingml/2006/main">
              <a:ext uri="{FF2B5EF4-FFF2-40B4-BE49-F238E27FC236}">
                <a16:creationId xmlns:a16="http://schemas.microsoft.com/office/drawing/2014/main" id="{AAE39129-E9F6-4E88-8E71-7DD411DC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0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Red Zone</a:t>
            </a:r>
          </a:p>
        </p:txBody>
      </p:sp>
      <p:sp>
        <p:nvSpPr>
          <p:cNvPr id="26" name="owner-status-2">
            <a:extLst xmlns:a="http://schemas.openxmlformats.org/drawingml/2006/main">
              <a:ext uri="{FF2B5EF4-FFF2-40B4-BE49-F238E27FC236}">
                <a16:creationId xmlns:a16="http://schemas.microsoft.com/office/drawing/2014/main" id="{8B8F3BFD-6773-4970-BE95-DC900652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A36D"/>
                </a:solidFill>
              </a:defRPr>
            </a:pPr>
            <a:r>
              <a:rPr sz="1050" b="1">
                <a:solidFill>
                  <a:srgbClr val="16A36D"/>
                </a:solidFill>
              </a:rPr>
              <a:t>Online</a:t>
            </a:r>
          </a:p>
        </p:txBody>
      </p:sp>
      <p:sp>
        <p:nvSpPr>
          <p:cNvPr id="27" name="dot-78-530">
            <a:extLst xmlns:a="http://schemas.openxmlformats.org/drawingml/2006/main">
              <a:ext uri="{FF2B5EF4-FFF2-40B4-BE49-F238E27FC236}">
                <a16:creationId xmlns:a16="http://schemas.microsoft.com/office/drawing/2014/main" id="{E8AAA5DF-3F2A-4AB5-8120-463CBFC0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wner-name-3">
            <a:extLst xmlns:a="http://schemas.openxmlformats.org/drawingml/2006/main">
              <a:ext uri="{FF2B5EF4-FFF2-40B4-BE49-F238E27FC236}">
                <a16:creationId xmlns:a16="http://schemas.microsoft.com/office/drawing/2014/main" id="{F4D51ED1-9C40-411A-8760-816533F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Taylor</a:t>
            </a:r>
          </a:p>
        </p:txBody>
      </p:sp>
      <p:sp>
        <p:nvSpPr>
          <p:cNvPr id="29" name="owner-team-3">
            <a:extLst xmlns:a="http://schemas.openxmlformats.org/drawingml/2006/main">
              <a:ext uri="{FF2B5EF4-FFF2-40B4-BE49-F238E27FC236}">
                <a16:creationId xmlns:a16="http://schemas.microsoft.com/office/drawing/2014/main" id="{01F65AF1-F733-4650-8751-C8B3479B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33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Bye Week Bandits</a:t>
            </a:r>
          </a:p>
        </p:txBody>
      </p:sp>
      <p:sp>
        <p:nvSpPr>
          <p:cNvPr id="30" name="owner-status-3">
            <a:extLst xmlns:a="http://schemas.openxmlformats.org/drawingml/2006/main">
              <a:ext uri="{FF2B5EF4-FFF2-40B4-BE49-F238E27FC236}">
                <a16:creationId xmlns:a16="http://schemas.microsoft.com/office/drawing/2014/main" id="{74C681A7-5E99-479E-8B15-93AB1151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339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16D"/>
                </a:solidFill>
              </a:defRPr>
            </a:pPr>
            <a:r>
              <a:rPr sz="1050" b="1">
                <a:solidFill>
                  <a:srgbClr val="53616D"/>
                </a:solidFill>
              </a:rPr>
              <a:t>Not here yet</a:t>
            </a:r>
          </a:p>
        </p:txBody>
      </p:sp>
      <p:sp>
        <p:nvSpPr>
          <p:cNvPr id="31" name="chat">
            <a:extLst xmlns:a="http://schemas.openxmlformats.org/drawingml/2006/main">
              <a:ext uri="{FF2B5EF4-FFF2-40B4-BE49-F238E27FC236}">
                <a16:creationId xmlns:a16="http://schemas.microsoft.com/office/drawing/2014/main" id="{04D151A6-5BD7-4030-9208-42A3711E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2114550" cy="23241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hat-title">
            <a:extLst xmlns:a="http://schemas.openxmlformats.org/drawingml/2006/main">
              <a:ext uri="{FF2B5EF4-FFF2-40B4-BE49-F238E27FC236}">
                <a16:creationId xmlns:a16="http://schemas.microsoft.com/office/drawing/2014/main" id="{0C7B4E72-212C-4FD6-BD2D-C7403FC7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Draft chat</a:t>
            </a:r>
          </a:p>
        </p:txBody>
      </p:sp>
      <p:sp>
        <p:nvSpPr>
          <p:cNvPr id="33" name="chat-copy">
            <a:extLst xmlns:a="http://schemas.openxmlformats.org/drawingml/2006/main">
              <a:ext uri="{FF2B5EF4-FFF2-40B4-BE49-F238E27FC236}">
                <a16:creationId xmlns:a16="http://schemas.microsoft.com/office/drawing/2014/main" id="{7D8D54CD-4379-4A0B-A40E-A2431B09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5280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Alex: Let’s go!</a:t>
            </a:r>
          </a:p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Jordan: Queue ready.</a:t>
            </a:r>
          </a:p>
          <a:p xmlns:a="http://schemas.openxmlformats.org/drawingml/2006/main">
            <a:pPr algn="l">
              <a:defRPr sz="1125" b="0">
                <a:solidFill>
                  <a:srgbClr val="53616D"/>
                </a:solidFill>
              </a:defRPr>
            </a:pPr>
            <a:r>
              <a:rPr sz="1125" b="0">
                <a:solidFill>
                  <a:srgbClr val="53616D"/>
                </a:solidFill>
              </a:rPr>
              <a:t>Commissioner: Starting at 8.</a:t>
            </a:r>
          </a:p>
        </p:txBody>
      </p:sp>
      <p:sp>
        <p:nvSpPr>
          <p:cNvPr id="34" name="chat-input">
            <a:extLst xmlns:a="http://schemas.openxmlformats.org/drawingml/2006/main">
              <a:ext uri="{FF2B5EF4-FFF2-40B4-BE49-F238E27FC236}">
                <a16:creationId xmlns:a16="http://schemas.microsoft.com/office/drawing/2014/main" id="{96C8D1B8-0E46-4E1E-8816-213B22E1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35" name="chat-input-text">
            <a:extLst xmlns:a="http://schemas.openxmlformats.org/drawingml/2006/main">
              <a:ext uri="{FF2B5EF4-FFF2-40B4-BE49-F238E27FC236}">
                <a16:creationId xmlns:a16="http://schemas.microsoft.com/office/drawing/2014/main" id="{5FCBB363-DC5A-4C83-BFA4-069BFA2A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10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Send a message…</a:t>
            </a:r>
          </a:p>
        </p:txBody>
      </p:sp>
      <p:sp>
        <p:nvSpPr>
          <p:cNvPr id="36" name="lobby-callout">
            <a:extLst xmlns:a="http://schemas.openxmlformats.org/drawingml/2006/main">
              <a:ext uri="{FF2B5EF4-FFF2-40B4-BE49-F238E27FC236}">
                <a16:creationId xmlns:a16="http://schemas.microsoft.com/office/drawing/2014/main" id="{86852F97-9002-4EED-AC76-EFC960F1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A calmer start</a:t>
            </a:r>
          </a:p>
        </p:txBody>
      </p:sp>
      <p:sp>
        <p:nvSpPr>
          <p:cNvPr id="37" name="lobby-copy">
            <a:extLst xmlns:a="http://schemas.openxmlformats.org/drawingml/2006/main">
              <a:ext uri="{FF2B5EF4-FFF2-40B4-BE49-F238E27FC236}">
                <a16:creationId xmlns:a16="http://schemas.microsoft.com/office/drawing/2014/main" id="{9858FE70-1A4D-4B03-BAEE-1048741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Presence, team ownership, countdown, and realtime chat give commissioners confidence before the first pick.</a:t>
            </a:r>
          </a:p>
        </p:txBody>
      </p:sp>
      <p:sp>
        <p:nvSpPr>
          <p:cNvPr id="38" name="pill-REALTIME-920">
            <a:extLst xmlns:a="http://schemas.openxmlformats.org/drawingml/2006/main">
              <a:ext uri="{FF2B5EF4-FFF2-40B4-BE49-F238E27FC236}">
                <a16:creationId xmlns:a16="http://schemas.microsoft.com/office/drawing/2014/main" id="{10CFF6D5-0424-4A6D-A47C-24233DC9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ill-text-REALTIME-920">
            <a:extLst xmlns:a="http://schemas.openxmlformats.org/drawingml/2006/main">
              <a:ext uri="{FF2B5EF4-FFF2-40B4-BE49-F238E27FC236}">
                <a16:creationId xmlns:a16="http://schemas.microsoft.com/office/drawing/2014/main" id="{C17C0D9B-E590-4A3B-9968-7317883D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9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REALTIME</a:t>
            </a:r>
          </a:p>
        </p:txBody>
      </p:sp>
    </p:spTree>
    <p:extLst>
      <p:ext uri="{BB962C8B-B14F-4D97-AF65-F5344CB8AC3E}">
        <p14:creationId xmlns:p14="http://schemas.microsoft.com/office/powerpoint/2010/main" val="577413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642C1791-4A50-446C-89F7-7559F53C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WIREFRAME 6 OF 6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6F224C1-FC29-425B-82C9-E440E615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live draft room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C5A39C93-AA85-4F13-AE66-565C7CB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09</a:t>
            </a:r>
          </a:p>
        </p:txBody>
      </p:sp>
      <p:sp>
        <p:nvSpPr>
          <p:cNvPr id="4" name="draftroom-browser">
            <a:extLst xmlns:a="http://schemas.openxmlformats.org/drawingml/2006/main">
              <a:ext uri="{FF2B5EF4-FFF2-40B4-BE49-F238E27FC236}">
                <a16:creationId xmlns:a16="http://schemas.microsoft.com/office/drawing/2014/main" id="{564CA24A-59ED-44CF-87A3-9CD56098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28675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" name="draftroom-chrome">
            <a:extLst xmlns:a="http://schemas.openxmlformats.org/drawingml/2006/main">
              <a:ext uri="{FF2B5EF4-FFF2-40B4-BE49-F238E27FC236}">
                <a16:creationId xmlns:a16="http://schemas.microsoft.com/office/drawing/2014/main" id="{9893E8F3-DC61-4E4A-876A-79BB4554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286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60-161">
            <a:extLst xmlns:a="http://schemas.openxmlformats.org/drawingml/2006/main">
              <a:ext uri="{FF2B5EF4-FFF2-40B4-BE49-F238E27FC236}">
                <a16:creationId xmlns:a16="http://schemas.microsoft.com/office/drawing/2014/main" id="{4C00B136-1BF8-49FA-BB34-618441D8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76-161">
            <a:extLst xmlns:a="http://schemas.openxmlformats.org/drawingml/2006/main">
              <a:ext uri="{FF2B5EF4-FFF2-40B4-BE49-F238E27FC236}">
                <a16:creationId xmlns:a16="http://schemas.microsoft.com/office/drawing/2014/main" id="{D1312A71-E640-4388-989E-3DB4F4BC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9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92-161">
            <a:extLst xmlns:a="http://schemas.openxmlformats.org/drawingml/2006/main">
              <a:ext uri="{FF2B5EF4-FFF2-40B4-BE49-F238E27FC236}">
                <a16:creationId xmlns:a16="http://schemas.microsoft.com/office/drawing/2014/main" id="{57536974-DFF8-4585-BB12-D3D7E2D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raftroom-url">
            <a:extLst xmlns:a="http://schemas.openxmlformats.org/drawingml/2006/main">
              <a:ext uri="{FF2B5EF4-FFF2-40B4-BE49-F238E27FC236}">
                <a16:creationId xmlns:a16="http://schemas.microsoft.com/office/drawing/2014/main" id="{FE9C3C2D-75EF-49E8-A753-2CC83ADE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71818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raft-top">
            <a:extLst xmlns:a="http://schemas.openxmlformats.org/drawingml/2006/main">
              <a:ext uri="{FF2B5EF4-FFF2-40B4-BE49-F238E27FC236}">
                <a16:creationId xmlns:a16="http://schemas.microsoft.com/office/drawing/2014/main" id="{5631BD27-3A4A-418B-8059-E036015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828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raft-league">
            <a:extLst xmlns:a="http://schemas.openxmlformats.org/drawingml/2006/main">
              <a:ext uri="{FF2B5EF4-FFF2-40B4-BE49-F238E27FC236}">
                <a16:creationId xmlns:a16="http://schemas.microsoft.com/office/drawing/2014/main" id="{70822B1C-DE03-4521-9CFA-5CE2305B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Sunday Legends</a:t>
            </a:r>
          </a:p>
        </p:txBody>
      </p:sp>
      <p:sp>
        <p:nvSpPr>
          <p:cNvPr id="12" name="on-clock">
            <a:extLst xmlns:a="http://schemas.openxmlformats.org/drawingml/2006/main">
              <a:ext uri="{FF2B5EF4-FFF2-40B4-BE49-F238E27FC236}">
                <a16:creationId xmlns:a16="http://schemas.microsoft.com/office/drawing/2014/main" id="{72CEDADB-2257-44EE-A6B3-FAE20CC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954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C6B3"/>
                </a:solidFill>
              </a:defRPr>
            </a:pPr>
            <a:r>
              <a:rPr sz="1200" b="1">
                <a:solidFill>
                  <a:srgbClr val="19C6B3"/>
                </a:solidFill>
              </a:rPr>
              <a:t>GRIDIRON GURUS ON THE CLOCK</a:t>
            </a:r>
          </a:p>
        </p:txBody>
      </p:sp>
      <p:sp>
        <p:nvSpPr>
          <p:cNvPr id="13" name="timer">
            <a:extLst xmlns:a="http://schemas.openxmlformats.org/drawingml/2006/main">
              <a:ext uri="{FF2B5EF4-FFF2-40B4-BE49-F238E27FC236}">
                <a16:creationId xmlns:a16="http://schemas.microsoft.com/office/drawing/2014/main" id="{8D98C1A8-8DFD-43B7-93BD-151BBC3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764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01:12</a:t>
            </a:r>
          </a:p>
        </p:txBody>
      </p:sp>
      <p:sp>
        <p:nvSpPr>
          <p:cNvPr id="14" name="board-head-0">
            <a:extLst xmlns:a="http://schemas.openxmlformats.org/drawingml/2006/main">
              <a:ext uri="{FF2B5EF4-FFF2-40B4-BE49-F238E27FC236}">
                <a16:creationId xmlns:a16="http://schemas.microsoft.com/office/drawing/2014/main" id="{376A37E2-AE07-4699-AFB8-2405192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16D"/>
                </a:solidFill>
              </a:defRPr>
            </a:pPr>
            <a:r>
              <a:rPr sz="900" b="1">
                <a:solidFill>
                  <a:srgbClr val="53616D"/>
                </a:solidFill>
              </a:rPr>
              <a:t>T1</a:t>
            </a:r>
          </a:p>
        </p:txBody>
      </p:sp>
      <p:sp>
        <p:nvSpPr>
          <p:cNvPr id="15" name="board-head-1">
            <a:extLst xmlns:a="http://schemas.openxmlformats.org/drawingml/2006/main">
              <a:ext uri="{FF2B5EF4-FFF2-40B4-BE49-F238E27FC236}">
                <a16:creationId xmlns:a16="http://schemas.microsoft.com/office/drawing/2014/main" id="{08CAB143-853C-4FF5-B6DB-0F1D466C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16D"/>
                </a:solidFill>
              </a:defRPr>
            </a:pPr>
            <a:r>
              <a:rPr sz="900" b="1">
                <a:solidFill>
                  <a:srgbClr val="53616D"/>
                </a:solidFill>
              </a:rPr>
              <a:t>T2</a:t>
            </a:r>
          </a:p>
        </p:txBody>
      </p:sp>
      <p:sp>
        <p:nvSpPr>
          <p:cNvPr id="16" name="board-head-2">
            <a:extLst xmlns:a="http://schemas.openxmlformats.org/drawingml/2006/main">
              <a:ext uri="{FF2B5EF4-FFF2-40B4-BE49-F238E27FC236}">
                <a16:creationId xmlns:a16="http://schemas.microsoft.com/office/drawing/2014/main" id="{716994A9-13F4-4A7F-BAA4-25E9CDEA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765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16D"/>
                </a:solidFill>
              </a:defRPr>
            </a:pPr>
            <a:r>
              <a:rPr sz="900" b="1">
                <a:solidFill>
                  <a:srgbClr val="53616D"/>
                </a:solidFill>
              </a:rPr>
              <a:t>T3</a:t>
            </a:r>
          </a:p>
        </p:txBody>
      </p:sp>
      <p:sp>
        <p:nvSpPr>
          <p:cNvPr id="17" name="board-head-3">
            <a:extLst xmlns:a="http://schemas.openxmlformats.org/drawingml/2006/main">
              <a:ext uri="{FF2B5EF4-FFF2-40B4-BE49-F238E27FC236}">
                <a16:creationId xmlns:a16="http://schemas.microsoft.com/office/drawing/2014/main" id="{793EB241-3AB7-4870-8B83-EB53CF93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765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16D"/>
                </a:solidFill>
              </a:defRPr>
            </a:pPr>
            <a:r>
              <a:rPr sz="900" b="1">
                <a:solidFill>
                  <a:srgbClr val="53616D"/>
                </a:solidFill>
              </a:rPr>
              <a:t>T4</a:t>
            </a:r>
          </a:p>
        </p:txBody>
      </p:sp>
      <p:sp>
        <p:nvSpPr>
          <p:cNvPr id="18" name="board-head-4">
            <a:extLst xmlns:a="http://schemas.openxmlformats.org/drawingml/2006/main">
              <a:ext uri="{FF2B5EF4-FFF2-40B4-BE49-F238E27FC236}">
                <a16:creationId xmlns:a16="http://schemas.microsoft.com/office/drawing/2014/main" id="{F7F0D44D-615A-4190-95B9-0096A568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16D"/>
                </a:solidFill>
              </a:defRPr>
            </a:pPr>
            <a:r>
              <a:rPr sz="900" b="1">
                <a:solidFill>
                  <a:srgbClr val="53616D"/>
                </a:solidFill>
              </a:rPr>
              <a:t>T5</a:t>
            </a:r>
          </a:p>
        </p:txBody>
      </p:sp>
      <p:sp>
        <p:nvSpPr>
          <p:cNvPr id="19" name="board-head-5">
            <a:extLst xmlns:a="http://schemas.openxmlformats.org/drawingml/2006/main">
              <a:ext uri="{FF2B5EF4-FFF2-40B4-BE49-F238E27FC236}">
                <a16:creationId xmlns:a16="http://schemas.microsoft.com/office/drawing/2014/main" id="{4039F02E-A1AA-4BEA-AD02-2CD74BC9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16D"/>
                </a:solidFill>
              </a:defRPr>
            </a:pPr>
            <a:r>
              <a:rPr sz="900" b="1">
                <a:solidFill>
                  <a:srgbClr val="53616D"/>
                </a:solidFill>
              </a:rPr>
              <a:t>T6</a:t>
            </a:r>
          </a:p>
        </p:txBody>
      </p:sp>
      <p:sp>
        <p:nvSpPr>
          <p:cNvPr id="20" name="pick-0-0">
            <a:extLst xmlns:a="http://schemas.openxmlformats.org/drawingml/2006/main">
              <a:ext uri="{FF2B5EF4-FFF2-40B4-BE49-F238E27FC236}">
                <a16:creationId xmlns:a16="http://schemas.microsoft.com/office/drawing/2014/main" id="{7B460D59-EF1D-4EAF-9FA1-605C6148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21" name="pick-t-0-0">
            <a:extLst xmlns:a="http://schemas.openxmlformats.org/drawingml/2006/main">
              <a:ext uri="{FF2B5EF4-FFF2-40B4-BE49-F238E27FC236}">
                <a16:creationId xmlns:a16="http://schemas.microsoft.com/office/drawing/2014/main" id="{69A7E475-24C2-4D62-865F-9C85C4FF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J. Chase</a:t>
            </a:r>
          </a:p>
        </p:txBody>
      </p:sp>
      <p:sp>
        <p:nvSpPr>
          <p:cNvPr id="22" name="pick-0-1">
            <a:extLst xmlns:a="http://schemas.openxmlformats.org/drawingml/2006/main">
              <a:ext uri="{FF2B5EF4-FFF2-40B4-BE49-F238E27FC236}">
                <a16:creationId xmlns:a16="http://schemas.microsoft.com/office/drawing/2014/main" id="{2E173464-76A4-4B46-A7F7-F7816B6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23" name="pick-t-0-1">
            <a:extLst xmlns:a="http://schemas.openxmlformats.org/drawingml/2006/main">
              <a:ext uri="{FF2B5EF4-FFF2-40B4-BE49-F238E27FC236}">
                <a16:creationId xmlns:a16="http://schemas.microsoft.com/office/drawing/2014/main" id="{324BA499-ED35-4802-840E-B66EA3C4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B. Robinson</a:t>
            </a:r>
          </a:p>
        </p:txBody>
      </p:sp>
      <p:sp>
        <p:nvSpPr>
          <p:cNvPr id="24" name="pick-0-2">
            <a:extLst xmlns:a="http://schemas.openxmlformats.org/drawingml/2006/main">
              <a:ext uri="{FF2B5EF4-FFF2-40B4-BE49-F238E27FC236}">
                <a16:creationId xmlns:a16="http://schemas.microsoft.com/office/drawing/2014/main" id="{8C7B65E4-9E9A-435F-9D43-1ABCEFF8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25" name="pick-t-0-2">
            <a:extLst xmlns:a="http://schemas.openxmlformats.org/drawingml/2006/main">
              <a:ext uri="{FF2B5EF4-FFF2-40B4-BE49-F238E27FC236}">
                <a16:creationId xmlns:a16="http://schemas.microsoft.com/office/drawing/2014/main" id="{0F8F985B-CB4A-47BB-B029-48D2C06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J. Allen</a:t>
            </a:r>
          </a:p>
        </p:txBody>
      </p:sp>
      <p:sp>
        <p:nvSpPr>
          <p:cNvPr id="26" name="pick-0-3">
            <a:extLst xmlns:a="http://schemas.openxmlformats.org/drawingml/2006/main">
              <a:ext uri="{FF2B5EF4-FFF2-40B4-BE49-F238E27FC236}">
                <a16:creationId xmlns:a16="http://schemas.microsoft.com/office/drawing/2014/main" id="{0E5E22AA-2C81-49C7-A7A8-B3EEA58B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05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27" name="pick-t-0-3">
            <a:extLst xmlns:a="http://schemas.openxmlformats.org/drawingml/2006/main">
              <a:ext uri="{FF2B5EF4-FFF2-40B4-BE49-F238E27FC236}">
                <a16:creationId xmlns:a16="http://schemas.microsoft.com/office/drawing/2014/main" id="{8E36EC0F-FF83-4B26-8BD7-0B90197C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81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C. Lamb</a:t>
            </a:r>
          </a:p>
        </p:txBody>
      </p:sp>
      <p:sp>
        <p:nvSpPr>
          <p:cNvPr id="28" name="pick-0-4">
            <a:extLst xmlns:a="http://schemas.openxmlformats.org/drawingml/2006/main">
              <a:ext uri="{FF2B5EF4-FFF2-40B4-BE49-F238E27FC236}">
                <a16:creationId xmlns:a16="http://schemas.microsoft.com/office/drawing/2014/main" id="{F46F635F-94B8-4620-B630-D78E306F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05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29" name="pick-t-0-4">
            <a:extLst xmlns:a="http://schemas.openxmlformats.org/drawingml/2006/main">
              <a:ext uri="{FF2B5EF4-FFF2-40B4-BE49-F238E27FC236}">
                <a16:creationId xmlns:a16="http://schemas.microsoft.com/office/drawing/2014/main" id="{60F34B18-5C35-461C-BC73-65E4E636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S. Barkley</a:t>
            </a:r>
          </a:p>
        </p:txBody>
      </p:sp>
      <p:sp>
        <p:nvSpPr>
          <p:cNvPr id="30" name="pick-0-5">
            <a:extLst xmlns:a="http://schemas.openxmlformats.org/drawingml/2006/main">
              <a:ext uri="{FF2B5EF4-FFF2-40B4-BE49-F238E27FC236}">
                <a16:creationId xmlns:a16="http://schemas.microsoft.com/office/drawing/2014/main" id="{41899389-F94C-4238-AC5D-7865015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31" name="pick-t-0-5">
            <a:extLst xmlns:a="http://schemas.openxmlformats.org/drawingml/2006/main">
              <a:ext uri="{FF2B5EF4-FFF2-40B4-BE49-F238E27FC236}">
                <a16:creationId xmlns:a16="http://schemas.microsoft.com/office/drawing/2014/main" id="{EB616217-76A6-4451-A0C2-32766386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A. St. Brown</a:t>
            </a:r>
          </a:p>
        </p:txBody>
      </p:sp>
      <p:sp>
        <p:nvSpPr>
          <p:cNvPr id="32" name="pick-1-0">
            <a:extLst xmlns:a="http://schemas.openxmlformats.org/drawingml/2006/main">
              <a:ext uri="{FF2B5EF4-FFF2-40B4-BE49-F238E27FC236}">
                <a16:creationId xmlns:a16="http://schemas.microsoft.com/office/drawing/2014/main" id="{66BAB446-2345-426A-AF0E-1DBB3538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33" name="pick-t-1-0">
            <a:extLst xmlns:a="http://schemas.openxmlformats.org/drawingml/2006/main">
              <a:ext uri="{FF2B5EF4-FFF2-40B4-BE49-F238E27FC236}">
                <a16:creationId xmlns:a16="http://schemas.microsoft.com/office/drawing/2014/main" id="{29AAB165-8EA9-4043-B520-E6575FC3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B. Robinson</a:t>
            </a:r>
          </a:p>
        </p:txBody>
      </p:sp>
      <p:sp>
        <p:nvSpPr>
          <p:cNvPr id="34" name="pick-1-1">
            <a:extLst xmlns:a="http://schemas.openxmlformats.org/drawingml/2006/main">
              <a:ext uri="{FF2B5EF4-FFF2-40B4-BE49-F238E27FC236}">
                <a16:creationId xmlns:a16="http://schemas.microsoft.com/office/drawing/2014/main" id="{558ECF24-A94E-4905-8DED-C2B780E1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35" name="pick-t-1-1">
            <a:extLst xmlns:a="http://schemas.openxmlformats.org/drawingml/2006/main">
              <a:ext uri="{FF2B5EF4-FFF2-40B4-BE49-F238E27FC236}">
                <a16:creationId xmlns:a16="http://schemas.microsoft.com/office/drawing/2014/main" id="{8587C5DC-12A0-4E76-8F70-E29980A5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J. Allen</a:t>
            </a:r>
          </a:p>
        </p:txBody>
      </p:sp>
      <p:sp>
        <p:nvSpPr>
          <p:cNvPr id="36" name="pick-1-2">
            <a:extLst xmlns:a="http://schemas.openxmlformats.org/drawingml/2006/main">
              <a:ext uri="{FF2B5EF4-FFF2-40B4-BE49-F238E27FC236}">
                <a16:creationId xmlns:a16="http://schemas.microsoft.com/office/drawing/2014/main" id="{4CD44A07-A7F4-43B4-AC8D-5DEBE412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76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37" name="pick-t-1-2">
            <a:extLst xmlns:a="http://schemas.openxmlformats.org/drawingml/2006/main">
              <a:ext uri="{FF2B5EF4-FFF2-40B4-BE49-F238E27FC236}">
                <a16:creationId xmlns:a16="http://schemas.microsoft.com/office/drawing/2014/main" id="{28141D0D-73AC-4335-8669-93F077E8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C. Lamb</a:t>
            </a:r>
          </a:p>
        </p:txBody>
      </p:sp>
      <p:sp>
        <p:nvSpPr>
          <p:cNvPr id="38" name="pick-1-3">
            <a:extLst xmlns:a="http://schemas.openxmlformats.org/drawingml/2006/main">
              <a:ext uri="{FF2B5EF4-FFF2-40B4-BE49-F238E27FC236}">
                <a16:creationId xmlns:a16="http://schemas.microsoft.com/office/drawing/2014/main" id="{A94884F6-4398-48C7-B7D5-077D93CF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76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39" name="pick-t-1-3">
            <a:extLst xmlns:a="http://schemas.openxmlformats.org/drawingml/2006/main">
              <a:ext uri="{FF2B5EF4-FFF2-40B4-BE49-F238E27FC236}">
                <a16:creationId xmlns:a16="http://schemas.microsoft.com/office/drawing/2014/main" id="{EA632C84-2C8F-474C-B6FB-A1BBB296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S. Barkley</a:t>
            </a:r>
          </a:p>
        </p:txBody>
      </p:sp>
      <p:sp>
        <p:nvSpPr>
          <p:cNvPr id="40" name="pick-1-4">
            <a:extLst xmlns:a="http://schemas.openxmlformats.org/drawingml/2006/main">
              <a:ext uri="{FF2B5EF4-FFF2-40B4-BE49-F238E27FC236}">
                <a16:creationId xmlns:a16="http://schemas.microsoft.com/office/drawing/2014/main" id="{7862D261-AE04-4330-8D51-79AD6BDE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41" name="pick-t-1-4">
            <a:extLst xmlns:a="http://schemas.openxmlformats.org/drawingml/2006/main">
              <a:ext uri="{FF2B5EF4-FFF2-40B4-BE49-F238E27FC236}">
                <a16:creationId xmlns:a16="http://schemas.microsoft.com/office/drawing/2014/main" id="{983C60FF-7F9B-43A9-BC67-BFC5458B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52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A. St. Brown</a:t>
            </a:r>
          </a:p>
        </p:txBody>
      </p:sp>
      <p:sp>
        <p:nvSpPr>
          <p:cNvPr id="42" name="pick-1-5">
            <a:extLst xmlns:a="http://schemas.openxmlformats.org/drawingml/2006/main">
              <a:ext uri="{FF2B5EF4-FFF2-40B4-BE49-F238E27FC236}">
                <a16:creationId xmlns:a16="http://schemas.microsoft.com/office/drawing/2014/main" id="{5324652E-A41F-4AA9-A646-A1B3B5DD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76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43" name="pick-t-1-5">
            <a:extLst xmlns:a="http://schemas.openxmlformats.org/drawingml/2006/main">
              <a:ext uri="{FF2B5EF4-FFF2-40B4-BE49-F238E27FC236}">
                <a16:creationId xmlns:a16="http://schemas.microsoft.com/office/drawing/2014/main" id="{705DE05C-E34C-45C5-8C7E-420FD25C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J. Chase</a:t>
            </a:r>
          </a:p>
        </p:txBody>
      </p:sp>
      <p:sp>
        <p:nvSpPr>
          <p:cNvPr id="44" name="pick-2-0">
            <a:extLst xmlns:a="http://schemas.openxmlformats.org/drawingml/2006/main">
              <a:ext uri="{FF2B5EF4-FFF2-40B4-BE49-F238E27FC236}">
                <a16:creationId xmlns:a16="http://schemas.microsoft.com/office/drawing/2014/main" id="{C00041DB-17DF-4B7E-A7F0-F4726EBE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45" name="pick-t-2-0">
            <a:extLst xmlns:a="http://schemas.openxmlformats.org/drawingml/2006/main">
              <a:ext uri="{FF2B5EF4-FFF2-40B4-BE49-F238E27FC236}">
                <a16:creationId xmlns:a16="http://schemas.microsoft.com/office/drawing/2014/main" id="{F51FBEEA-3DB6-4587-A968-A56C2849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J. Allen</a:t>
            </a:r>
          </a:p>
        </p:txBody>
      </p:sp>
      <p:sp>
        <p:nvSpPr>
          <p:cNvPr id="46" name="pick-2-1">
            <a:extLst xmlns:a="http://schemas.openxmlformats.org/drawingml/2006/main">
              <a:ext uri="{FF2B5EF4-FFF2-40B4-BE49-F238E27FC236}">
                <a16:creationId xmlns:a16="http://schemas.microsoft.com/office/drawing/2014/main" id="{457C513C-DB61-4154-AF9B-C4CAC34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47" name="pick-t-2-1">
            <a:extLst xmlns:a="http://schemas.openxmlformats.org/drawingml/2006/main">
              <a:ext uri="{FF2B5EF4-FFF2-40B4-BE49-F238E27FC236}">
                <a16:creationId xmlns:a16="http://schemas.microsoft.com/office/drawing/2014/main" id="{57B2EECF-2B78-45C9-BCA1-73D14BA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24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C. Lamb</a:t>
            </a:r>
          </a:p>
        </p:txBody>
      </p:sp>
      <p:sp>
        <p:nvSpPr>
          <p:cNvPr id="48" name="pick-2-2">
            <a:extLst xmlns:a="http://schemas.openxmlformats.org/drawingml/2006/main">
              <a:ext uri="{FF2B5EF4-FFF2-40B4-BE49-F238E27FC236}">
                <a16:creationId xmlns:a16="http://schemas.microsoft.com/office/drawing/2014/main" id="{8ADB2A90-B1B5-455D-AC72-AF1D08F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48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49" name="pick-t-2-2">
            <a:extLst xmlns:a="http://schemas.openxmlformats.org/drawingml/2006/main">
              <a:ext uri="{FF2B5EF4-FFF2-40B4-BE49-F238E27FC236}">
                <a16:creationId xmlns:a16="http://schemas.microsoft.com/office/drawing/2014/main" id="{52240934-789F-472B-8303-C61B431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S. Barkley</a:t>
            </a:r>
          </a:p>
        </p:txBody>
      </p:sp>
      <p:sp>
        <p:nvSpPr>
          <p:cNvPr id="50" name="pick-2-3">
            <a:extLst xmlns:a="http://schemas.openxmlformats.org/drawingml/2006/main">
              <a:ext uri="{FF2B5EF4-FFF2-40B4-BE49-F238E27FC236}">
                <a16:creationId xmlns:a16="http://schemas.microsoft.com/office/drawing/2014/main" id="{6FF751EB-4FD9-4C1E-B499-7147E778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1" name="pick-t-2-3">
            <a:extLst xmlns:a="http://schemas.openxmlformats.org/drawingml/2006/main">
              <a:ext uri="{FF2B5EF4-FFF2-40B4-BE49-F238E27FC236}">
                <a16:creationId xmlns:a16="http://schemas.microsoft.com/office/drawing/2014/main" id="{8621D284-EA2C-40C9-8FD9-3FEFAE83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24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A. St. Brown</a:t>
            </a:r>
          </a:p>
        </p:txBody>
      </p:sp>
      <p:sp>
        <p:nvSpPr>
          <p:cNvPr id="52" name="pick-2-4">
            <a:extLst xmlns:a="http://schemas.openxmlformats.org/drawingml/2006/main">
              <a:ext uri="{FF2B5EF4-FFF2-40B4-BE49-F238E27FC236}">
                <a16:creationId xmlns:a16="http://schemas.microsoft.com/office/drawing/2014/main" id="{2EBD71F6-FFA8-42DD-9303-0A54EFB8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3" name="pick-t-2-4">
            <a:extLst xmlns:a="http://schemas.openxmlformats.org/drawingml/2006/main">
              <a:ext uri="{FF2B5EF4-FFF2-40B4-BE49-F238E27FC236}">
                <a16:creationId xmlns:a16="http://schemas.microsoft.com/office/drawing/2014/main" id="{9A5CCA32-A901-407E-9350-C686EB5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24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J. Chase</a:t>
            </a:r>
          </a:p>
        </p:txBody>
      </p:sp>
      <p:sp>
        <p:nvSpPr>
          <p:cNvPr id="54" name="pick-2-5">
            <a:extLst xmlns:a="http://schemas.openxmlformats.org/drawingml/2006/main">
              <a:ext uri="{FF2B5EF4-FFF2-40B4-BE49-F238E27FC236}">
                <a16:creationId xmlns:a16="http://schemas.microsoft.com/office/drawing/2014/main" id="{A2335C4F-0B94-47BF-9818-F3A9832D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48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5" name="pick-t-2-5">
            <a:extLst xmlns:a="http://schemas.openxmlformats.org/drawingml/2006/main">
              <a:ext uri="{FF2B5EF4-FFF2-40B4-BE49-F238E27FC236}">
                <a16:creationId xmlns:a16="http://schemas.microsoft.com/office/drawing/2014/main" id="{ACFB845C-EAF6-4E4B-BF23-03049D5F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24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56" name="pick-3-0">
            <a:extLst xmlns:a="http://schemas.openxmlformats.org/drawingml/2006/main">
              <a:ext uri="{FF2B5EF4-FFF2-40B4-BE49-F238E27FC236}">
                <a16:creationId xmlns:a16="http://schemas.microsoft.com/office/drawing/2014/main" id="{618FA4F3-AD06-4284-82A8-08F3CF9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7" name="pick-t-3-0">
            <a:extLst xmlns:a="http://schemas.openxmlformats.org/drawingml/2006/main">
              <a:ext uri="{FF2B5EF4-FFF2-40B4-BE49-F238E27FC236}">
                <a16:creationId xmlns:a16="http://schemas.microsoft.com/office/drawing/2014/main" id="{D77EA864-7F6B-4588-BD34-EF0CC980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58" name="pick-3-1">
            <a:extLst xmlns:a="http://schemas.openxmlformats.org/drawingml/2006/main">
              <a:ext uri="{FF2B5EF4-FFF2-40B4-BE49-F238E27FC236}">
                <a16:creationId xmlns:a16="http://schemas.microsoft.com/office/drawing/2014/main" id="{175DE08D-028B-4F14-B02A-5D20AFAB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59" name="pick-t-3-1">
            <a:extLst xmlns:a="http://schemas.openxmlformats.org/drawingml/2006/main">
              <a:ext uri="{FF2B5EF4-FFF2-40B4-BE49-F238E27FC236}">
                <a16:creationId xmlns:a16="http://schemas.microsoft.com/office/drawing/2014/main" id="{4E4C245A-2A33-4CEA-939E-C85E5C60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60" name="pick-3-2">
            <a:extLst xmlns:a="http://schemas.openxmlformats.org/drawingml/2006/main">
              <a:ext uri="{FF2B5EF4-FFF2-40B4-BE49-F238E27FC236}">
                <a16:creationId xmlns:a16="http://schemas.microsoft.com/office/drawing/2014/main" id="{095362CB-772F-4E6E-A725-5D6E2E75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19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61" name="pick-t-3-2">
            <a:extLst xmlns:a="http://schemas.openxmlformats.org/drawingml/2006/main">
              <a:ext uri="{FF2B5EF4-FFF2-40B4-BE49-F238E27FC236}">
                <a16:creationId xmlns:a16="http://schemas.microsoft.com/office/drawing/2014/main" id="{9FE41801-3914-45FB-BD77-F8B170D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62" name="pick-3-3">
            <a:extLst xmlns:a="http://schemas.openxmlformats.org/drawingml/2006/main">
              <a:ext uri="{FF2B5EF4-FFF2-40B4-BE49-F238E27FC236}">
                <a16:creationId xmlns:a16="http://schemas.microsoft.com/office/drawing/2014/main" id="{F11A2D2A-8F74-4E39-9CD6-6A22733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19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63" name="pick-t-3-3">
            <a:extLst xmlns:a="http://schemas.openxmlformats.org/drawingml/2006/main">
              <a:ext uri="{FF2B5EF4-FFF2-40B4-BE49-F238E27FC236}">
                <a16:creationId xmlns:a16="http://schemas.microsoft.com/office/drawing/2014/main" id="{7CBF05D2-6E66-4243-A9D1-824EF44E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95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64" name="pick-3-4">
            <a:extLst xmlns:a="http://schemas.openxmlformats.org/drawingml/2006/main">
              <a:ext uri="{FF2B5EF4-FFF2-40B4-BE49-F238E27FC236}">
                <a16:creationId xmlns:a16="http://schemas.microsoft.com/office/drawing/2014/main" id="{A962D1C2-5286-4AEA-9F51-76142F34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65" name="pick-t-3-4">
            <a:extLst xmlns:a="http://schemas.openxmlformats.org/drawingml/2006/main">
              <a:ext uri="{FF2B5EF4-FFF2-40B4-BE49-F238E27FC236}">
                <a16:creationId xmlns:a16="http://schemas.microsoft.com/office/drawing/2014/main" id="{A1B0C93D-0CEE-4961-895C-FEF0BD9A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66" name="pick-3-5">
            <a:extLst xmlns:a="http://schemas.openxmlformats.org/drawingml/2006/main">
              <a:ext uri="{FF2B5EF4-FFF2-40B4-BE49-F238E27FC236}">
                <a16:creationId xmlns:a16="http://schemas.microsoft.com/office/drawing/2014/main" id="{61235463-5D6E-4E01-9FAD-BECB5C45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196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67" name="pick-t-3-5">
            <a:extLst xmlns:a="http://schemas.openxmlformats.org/drawingml/2006/main">
              <a:ext uri="{FF2B5EF4-FFF2-40B4-BE49-F238E27FC236}">
                <a16:creationId xmlns:a16="http://schemas.microsoft.com/office/drawing/2014/main" id="{096C00DE-D690-45FB-B93E-6968AC4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958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68" name="pick-4-0">
            <a:extLst xmlns:a="http://schemas.openxmlformats.org/drawingml/2006/main">
              <a:ext uri="{FF2B5EF4-FFF2-40B4-BE49-F238E27FC236}">
                <a16:creationId xmlns:a16="http://schemas.microsoft.com/office/drawing/2014/main" id="{00D8A34F-0627-441E-8199-A7A27DD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69" name="pick-t-4-0">
            <a:extLst xmlns:a="http://schemas.openxmlformats.org/drawingml/2006/main">
              <a:ext uri="{FF2B5EF4-FFF2-40B4-BE49-F238E27FC236}">
                <a16:creationId xmlns:a16="http://schemas.microsoft.com/office/drawing/2014/main" id="{7B6EA9DB-BA79-403C-9B38-57768167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70" name="pick-4-1">
            <a:extLst xmlns:a="http://schemas.openxmlformats.org/drawingml/2006/main">
              <a:ext uri="{FF2B5EF4-FFF2-40B4-BE49-F238E27FC236}">
                <a16:creationId xmlns:a16="http://schemas.microsoft.com/office/drawing/2014/main" id="{306671AD-A42B-441D-9910-B8847391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71" name="pick-t-4-1">
            <a:extLst xmlns:a="http://schemas.openxmlformats.org/drawingml/2006/main">
              <a:ext uri="{FF2B5EF4-FFF2-40B4-BE49-F238E27FC236}">
                <a16:creationId xmlns:a16="http://schemas.microsoft.com/office/drawing/2014/main" id="{5A8C38E6-99E1-48E0-AD55-C94BB2E5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67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72" name="pick-4-2">
            <a:extLst xmlns:a="http://schemas.openxmlformats.org/drawingml/2006/main">
              <a:ext uri="{FF2B5EF4-FFF2-40B4-BE49-F238E27FC236}">
                <a16:creationId xmlns:a16="http://schemas.microsoft.com/office/drawing/2014/main" id="{8FB42A86-8AE5-4ACF-96A2-BDA1AAB8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73" name="pick-t-4-2">
            <a:extLst xmlns:a="http://schemas.openxmlformats.org/drawingml/2006/main">
              <a:ext uri="{FF2B5EF4-FFF2-40B4-BE49-F238E27FC236}">
                <a16:creationId xmlns:a16="http://schemas.microsoft.com/office/drawing/2014/main" id="{E35DBBA8-F7D0-499A-AE33-7E5F98DA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74" name="pick-4-3">
            <a:extLst xmlns:a="http://schemas.openxmlformats.org/drawingml/2006/main">
              <a:ext uri="{FF2B5EF4-FFF2-40B4-BE49-F238E27FC236}">
                <a16:creationId xmlns:a16="http://schemas.microsoft.com/office/drawing/2014/main" id="{988587E9-6D91-49FF-B73E-F74B9E7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91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75" name="pick-t-4-3">
            <a:extLst xmlns:a="http://schemas.openxmlformats.org/drawingml/2006/main">
              <a:ext uri="{FF2B5EF4-FFF2-40B4-BE49-F238E27FC236}">
                <a16:creationId xmlns:a16="http://schemas.microsoft.com/office/drawing/2014/main" id="{44008B3C-086A-46EE-B80D-E596588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67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76" name="pick-4-4">
            <a:extLst xmlns:a="http://schemas.openxmlformats.org/drawingml/2006/main">
              <a:ext uri="{FF2B5EF4-FFF2-40B4-BE49-F238E27FC236}">
                <a16:creationId xmlns:a16="http://schemas.microsoft.com/office/drawing/2014/main" id="{944434F4-203C-45AE-8551-B84C0ECC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91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77" name="pick-t-4-4">
            <a:extLst xmlns:a="http://schemas.openxmlformats.org/drawingml/2006/main">
              <a:ext uri="{FF2B5EF4-FFF2-40B4-BE49-F238E27FC236}">
                <a16:creationId xmlns:a16="http://schemas.microsoft.com/office/drawing/2014/main" id="{085CFABA-9A56-4E98-8280-E158CA6D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67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78" name="pick-4-5">
            <a:extLst xmlns:a="http://schemas.openxmlformats.org/drawingml/2006/main">
              <a:ext uri="{FF2B5EF4-FFF2-40B4-BE49-F238E27FC236}">
                <a16:creationId xmlns:a16="http://schemas.microsoft.com/office/drawing/2014/main" id="{1DDAE8F4-38E0-4A4E-AEFC-327EF3D3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DD3"/>
            </a:solidFill>
            <a:prstDash val="solid"/>
          </a:ln>
        </p:spPr>
      </p:sp>
      <p:sp>
        <p:nvSpPr>
          <p:cNvPr id="79" name="pick-t-4-5">
            <a:extLst xmlns:a="http://schemas.openxmlformats.org/drawingml/2006/main">
              <a:ext uri="{FF2B5EF4-FFF2-40B4-BE49-F238E27FC236}">
                <a16:creationId xmlns:a16="http://schemas.microsoft.com/office/drawing/2014/main" id="{12DA8889-AD02-4BE9-92F5-26E42B21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673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DD3"/>
                </a:solidFill>
              </a:defRPr>
            </a:pPr>
            <a:r>
              <a:rPr sz="900" b="0">
                <a:solidFill>
                  <a:srgbClr val="C5CDD3"/>
                </a:solidFill>
              </a:rPr>
              <a:t>—</a:t>
            </a:r>
          </a:p>
        </p:txBody>
      </p:sp>
      <p:sp>
        <p:nvSpPr>
          <p:cNvPr id="80" name="player-pool">
            <a:extLst xmlns:a="http://schemas.openxmlformats.org/drawingml/2006/main">
              <a:ext uri="{FF2B5EF4-FFF2-40B4-BE49-F238E27FC236}">
                <a16:creationId xmlns:a16="http://schemas.microsoft.com/office/drawing/2014/main" id="{1DDB3769-2BA6-44E1-B0F6-7FBDECE3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2343150" cy="29718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ool-title">
            <a:extLst xmlns:a="http://schemas.openxmlformats.org/drawingml/2006/main">
              <a:ext uri="{FF2B5EF4-FFF2-40B4-BE49-F238E27FC236}">
                <a16:creationId xmlns:a16="http://schemas.microsoft.com/office/drawing/2014/main" id="{DE1ABACE-6C41-4FE9-9028-D0518E25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Available players</a:t>
            </a:r>
          </a:p>
        </p:txBody>
      </p:sp>
      <p:sp>
        <p:nvSpPr>
          <p:cNvPr id="82" name="pool-row-0">
            <a:extLst xmlns:a="http://schemas.openxmlformats.org/drawingml/2006/main">
              <a:ext uri="{FF2B5EF4-FFF2-40B4-BE49-F238E27FC236}">
                <a16:creationId xmlns:a16="http://schemas.microsoft.com/office/drawing/2014/main" id="{E7295D4C-8F5E-4B8D-B1B3-6FEFC8A6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962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ool-row-t-0">
            <a:extLst xmlns:a="http://schemas.openxmlformats.org/drawingml/2006/main">
              <a:ext uri="{FF2B5EF4-FFF2-40B4-BE49-F238E27FC236}">
                <a16:creationId xmlns:a16="http://schemas.microsoft.com/office/drawing/2014/main" id="{7787A0D2-F216-4EEC-B6CE-4AFCCA65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</a:defRPr>
            </a:pPr>
            <a:r>
              <a:rPr sz="975" b="1">
                <a:solidFill>
                  <a:srgbClr val="07111F"/>
                </a:solidFill>
              </a:rPr>
              <a:t>1  J. Jefferson  WR</a:t>
            </a:r>
          </a:p>
        </p:txBody>
      </p:sp>
      <p:sp>
        <p:nvSpPr>
          <p:cNvPr id="84" name="pool-row-1">
            <a:extLst xmlns:a="http://schemas.openxmlformats.org/drawingml/2006/main">
              <a:ext uri="{FF2B5EF4-FFF2-40B4-BE49-F238E27FC236}">
                <a16:creationId xmlns:a16="http://schemas.microsoft.com/office/drawing/2014/main" id="{B558CC9F-1068-4983-8398-D629B729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1962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ool-row-t-1">
            <a:extLst xmlns:a="http://schemas.openxmlformats.org/drawingml/2006/main">
              <a:ext uri="{FF2B5EF4-FFF2-40B4-BE49-F238E27FC236}">
                <a16:creationId xmlns:a16="http://schemas.microsoft.com/office/drawing/2014/main" id="{AC699ACD-C695-4A76-A0DB-2BD4C45E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11F"/>
                </a:solidFill>
              </a:defRPr>
            </a:pPr>
            <a:r>
              <a:rPr sz="975" b="0">
                <a:solidFill>
                  <a:srgbClr val="07111F"/>
                </a:solidFill>
              </a:rPr>
              <a:t>2  J. Gibbs  RB</a:t>
            </a:r>
          </a:p>
        </p:txBody>
      </p:sp>
      <p:sp>
        <p:nvSpPr>
          <p:cNvPr id="86" name="pool-row-2">
            <a:extLst xmlns:a="http://schemas.openxmlformats.org/drawingml/2006/main">
              <a:ext uri="{FF2B5EF4-FFF2-40B4-BE49-F238E27FC236}">
                <a16:creationId xmlns:a16="http://schemas.microsoft.com/office/drawing/2014/main" id="{6642CD47-D183-4A18-A3F8-65EEF580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1962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ool-row-t-2">
            <a:extLst xmlns:a="http://schemas.openxmlformats.org/drawingml/2006/main">
              <a:ext uri="{FF2B5EF4-FFF2-40B4-BE49-F238E27FC236}">
                <a16:creationId xmlns:a16="http://schemas.microsoft.com/office/drawing/2014/main" id="{C59021B2-457A-43EE-9C01-7E8EAAD7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11F"/>
                </a:solidFill>
              </a:defRPr>
            </a:pPr>
            <a:r>
              <a:rPr sz="975" b="0">
                <a:solidFill>
                  <a:srgbClr val="07111F"/>
                </a:solidFill>
              </a:rPr>
              <a:t>3  L. Jackson  QB</a:t>
            </a:r>
          </a:p>
        </p:txBody>
      </p:sp>
      <p:sp>
        <p:nvSpPr>
          <p:cNvPr id="88" name="pool-row-3">
            <a:extLst xmlns:a="http://schemas.openxmlformats.org/drawingml/2006/main">
              <a:ext uri="{FF2B5EF4-FFF2-40B4-BE49-F238E27FC236}">
                <a16:creationId xmlns:a16="http://schemas.microsoft.com/office/drawing/2014/main" id="{F04366D9-3227-4DB2-8CD2-5684535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67225"/>
            <a:ext cx="1962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ool-row-t-3">
            <a:extLst xmlns:a="http://schemas.openxmlformats.org/drawingml/2006/main">
              <a:ext uri="{FF2B5EF4-FFF2-40B4-BE49-F238E27FC236}">
                <a16:creationId xmlns:a16="http://schemas.microsoft.com/office/drawing/2014/main" id="{66F3E852-CC7A-431C-BFB0-EAE194EE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11F"/>
                </a:solidFill>
              </a:defRPr>
            </a:pPr>
            <a:r>
              <a:rPr sz="975" b="0">
                <a:solidFill>
                  <a:srgbClr val="07111F"/>
                </a:solidFill>
              </a:rPr>
              <a:t>4  B. Hall  RB</a:t>
            </a:r>
          </a:p>
        </p:txBody>
      </p:sp>
      <p:sp>
        <p:nvSpPr>
          <p:cNvPr id="90" name="pool-row-4">
            <a:extLst xmlns:a="http://schemas.openxmlformats.org/drawingml/2006/main">
              <a:ext uri="{FF2B5EF4-FFF2-40B4-BE49-F238E27FC236}">
                <a16:creationId xmlns:a16="http://schemas.microsoft.com/office/drawing/2014/main" id="{17545D59-98A2-4CFA-98A4-FCE9C4E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1962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ool-row-t-4">
            <a:extLst xmlns:a="http://schemas.openxmlformats.org/drawingml/2006/main">
              <a:ext uri="{FF2B5EF4-FFF2-40B4-BE49-F238E27FC236}">
                <a16:creationId xmlns:a16="http://schemas.microsoft.com/office/drawing/2014/main" id="{5BD62521-2CE9-4208-8C09-1052B63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11F"/>
                </a:solidFill>
              </a:defRPr>
            </a:pPr>
            <a:r>
              <a:rPr sz="975" b="0">
                <a:solidFill>
                  <a:srgbClr val="07111F"/>
                </a:solidFill>
              </a:rPr>
              <a:t>5  P. Nacua  WR</a:t>
            </a:r>
          </a:p>
        </p:txBody>
      </p:sp>
      <p:sp>
        <p:nvSpPr>
          <p:cNvPr id="92" name="draft-callout">
            <a:extLst xmlns:a="http://schemas.openxmlformats.org/drawingml/2006/main">
              <a:ext uri="{FF2B5EF4-FFF2-40B4-BE49-F238E27FC236}">
                <a16:creationId xmlns:a16="http://schemas.microsoft.com/office/drawing/2014/main" id="{5A430C4D-591E-442A-AEDF-D67709A1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The core product</a:t>
            </a:r>
          </a:p>
        </p:txBody>
      </p:sp>
      <p:sp>
        <p:nvSpPr>
          <p:cNvPr id="93" name="draft-copy">
            <a:extLst xmlns:a="http://schemas.openxmlformats.org/drawingml/2006/main">
              <a:ext uri="{FF2B5EF4-FFF2-40B4-BE49-F238E27FC236}">
                <a16:creationId xmlns:a16="http://schemas.microsoft.com/office/drawing/2014/main" id="{0E22F47D-23EF-406A-BA1C-41E7B76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Atomic picks, wrong-owner protection, synchronized timer, pause/resume, undo, commissioner recovery, and reconnect reconciliation.</a:t>
            </a:r>
          </a:p>
        </p:txBody>
      </p:sp>
      <p:sp>
        <p:nvSpPr>
          <p:cNvPr id="94" name="pill-MULTIPLAYER-950">
            <a:extLst xmlns:a="http://schemas.openxmlformats.org/drawingml/2006/main">
              <a:ext uri="{FF2B5EF4-FFF2-40B4-BE49-F238E27FC236}">
                <a16:creationId xmlns:a16="http://schemas.microsoft.com/office/drawing/2014/main" id="{F9C1EBE8-3724-49CC-A4B8-866E88CF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33875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ill-text-MULTIPLAYER-950">
            <a:extLst xmlns:a="http://schemas.openxmlformats.org/drawingml/2006/main">
              <a:ext uri="{FF2B5EF4-FFF2-40B4-BE49-F238E27FC236}">
                <a16:creationId xmlns:a16="http://schemas.microsoft.com/office/drawing/2014/main" id="{6A814FBE-B5DE-46C5-9F8F-224A3C36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529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MULTIPLAYER</a:t>
            </a:r>
          </a:p>
        </p:txBody>
      </p:sp>
    </p:spTree>
    <p:extLst>
      <p:ext uri="{BB962C8B-B14F-4D97-AF65-F5344CB8AC3E}">
        <p14:creationId xmlns:p14="http://schemas.microsoft.com/office/powerpoint/2010/main" val="1395158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0">
            <a:extLst xmlns:a="http://schemas.openxmlformats.org/drawingml/2006/main">
              <a:ext uri="{FF2B5EF4-FFF2-40B4-BE49-F238E27FC236}">
                <a16:creationId xmlns:a16="http://schemas.microsoft.com/office/drawing/2014/main" id="{3B8C66F8-9A79-4A7B-BFD0-95E55A8B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MOBILE EXPERIENCE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C6D19A2-971B-4513-9153-8DDF5334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The same draft, from a phone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B6C8D0B8-87DD-4DA3-8725-B8E231A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10</a:t>
            </a:r>
          </a:p>
        </p:txBody>
      </p:sp>
      <p:sp>
        <p:nvSpPr>
          <p:cNvPr id="4" name="phone-shell">
            <a:extLst xmlns:a="http://schemas.openxmlformats.org/drawingml/2006/main">
              <a:ext uri="{FF2B5EF4-FFF2-40B4-BE49-F238E27FC236}">
                <a16:creationId xmlns:a16="http://schemas.microsoft.com/office/drawing/2014/main" id="{81F55819-ACA8-44B1-9771-60F5C1B9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2857500" cy="476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ED95574A-AA28-42B7-B3A6-3746C665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2628900" cy="44196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one-notch">
            <a:extLst xmlns:a="http://schemas.openxmlformats.org/drawingml/2006/main">
              <a:ext uri="{FF2B5EF4-FFF2-40B4-BE49-F238E27FC236}">
                <a16:creationId xmlns:a16="http://schemas.microsoft.com/office/drawing/2014/main" id="{C88979C3-CAEB-4776-AE56-99BCAC4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04950"/>
            <a:ext cx="723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bile-logo">
            <a:extLst xmlns:a="http://schemas.openxmlformats.org/drawingml/2006/main">
              <a:ext uri="{FF2B5EF4-FFF2-40B4-BE49-F238E27FC236}">
                <a16:creationId xmlns:a16="http://schemas.microsoft.com/office/drawing/2014/main" id="{265D9DE0-BAC6-4966-8093-F29CD156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52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DraftHQ</a:t>
            </a:r>
          </a:p>
        </p:txBody>
      </p:sp>
      <p:sp>
        <p:nvSpPr>
          <p:cNvPr id="8" name="mobile-timer">
            <a:extLst xmlns:a="http://schemas.openxmlformats.org/drawingml/2006/main">
              <a:ext uri="{FF2B5EF4-FFF2-40B4-BE49-F238E27FC236}">
                <a16:creationId xmlns:a16="http://schemas.microsoft.com/office/drawing/2014/main" id="{305B2236-82A1-4690-9367-95D9CF3D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2402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F8F84"/>
                </a:solidFill>
              </a:defRPr>
            </a:pPr>
            <a:r>
              <a:rPr sz="1575" b="1">
                <a:solidFill>
                  <a:srgbClr val="0F8F84"/>
                </a:solidFill>
              </a:rPr>
              <a:t>00:43</a:t>
            </a:r>
          </a:p>
        </p:txBody>
      </p:sp>
      <p:sp>
        <p:nvSpPr>
          <p:cNvPr id="9" name="mobile-clock">
            <a:extLst xmlns:a="http://schemas.openxmlformats.org/drawingml/2006/main">
              <a:ext uri="{FF2B5EF4-FFF2-40B4-BE49-F238E27FC236}">
                <a16:creationId xmlns:a16="http://schemas.microsoft.com/office/drawing/2014/main" id="{2C81E261-228B-43A2-9DC7-EC522C5F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2324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bile-clock-team">
            <a:extLst xmlns:a="http://schemas.openxmlformats.org/drawingml/2006/main">
              <a:ext uri="{FF2B5EF4-FFF2-40B4-BE49-F238E27FC236}">
                <a16:creationId xmlns:a16="http://schemas.microsoft.com/office/drawing/2014/main" id="{A1D9BB62-6DD6-4206-A6E7-6599DF9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0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YOUR PICK • GRIDIRON GURUS</a:t>
            </a:r>
          </a:p>
        </p:txBody>
      </p:sp>
      <p:sp>
        <p:nvSpPr>
          <p:cNvPr id="11" name="mobile-clock-action">
            <a:extLst xmlns:a="http://schemas.openxmlformats.org/drawingml/2006/main">
              <a:ext uri="{FF2B5EF4-FFF2-40B4-BE49-F238E27FC236}">
                <a16:creationId xmlns:a16="http://schemas.microsoft.com/office/drawing/2014/main" id="{4C640703-A5D4-4CD8-92B3-D208130B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Make a selection</a:t>
            </a:r>
          </a:p>
        </p:txBody>
      </p:sp>
      <p:sp>
        <p:nvSpPr>
          <p:cNvPr id="12" name="mobile-available">
            <a:extLst xmlns:a="http://schemas.openxmlformats.org/drawingml/2006/main">
              <a:ext uri="{FF2B5EF4-FFF2-40B4-BE49-F238E27FC236}">
                <a16:creationId xmlns:a16="http://schemas.microsoft.com/office/drawing/2014/main" id="{80B504AF-D93D-4FCD-A410-AEF84AF7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Available</a:t>
            </a:r>
          </a:p>
        </p:txBody>
      </p:sp>
      <p:sp>
        <p:nvSpPr>
          <p:cNvPr id="13" name="pill-WR-286">
            <a:extLst xmlns:a="http://schemas.openxmlformats.org/drawingml/2006/main">
              <a:ext uri="{FF2B5EF4-FFF2-40B4-BE49-F238E27FC236}">
                <a16:creationId xmlns:a16="http://schemas.microsoft.com/office/drawing/2014/main" id="{4235B48A-D467-465C-A0E1-3BB7D13D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text-WR-286">
            <a:extLst xmlns:a="http://schemas.openxmlformats.org/drawingml/2006/main">
              <a:ext uri="{FF2B5EF4-FFF2-40B4-BE49-F238E27FC236}">
                <a16:creationId xmlns:a16="http://schemas.microsoft.com/office/drawing/2014/main" id="{8229FCB4-3FD3-493F-B452-FC9E6F89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623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WR</a:t>
            </a:r>
          </a:p>
        </p:txBody>
      </p:sp>
      <p:sp>
        <p:nvSpPr>
          <p:cNvPr id="15" name="m-row-0">
            <a:extLst xmlns:a="http://schemas.openxmlformats.org/drawingml/2006/main">
              <a:ext uri="{FF2B5EF4-FFF2-40B4-BE49-F238E27FC236}">
                <a16:creationId xmlns:a16="http://schemas.microsoft.com/office/drawing/2014/main" id="{6AC3135A-5F1B-4DDC-8865-923B8E62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2324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-row-t-0">
            <a:extLst xmlns:a="http://schemas.openxmlformats.org/drawingml/2006/main">
              <a:ext uri="{FF2B5EF4-FFF2-40B4-BE49-F238E27FC236}">
                <a16:creationId xmlns:a16="http://schemas.microsoft.com/office/drawing/2014/main" id="{A904D030-4A85-49E2-AC1E-B755A8A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9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J. Jefferson</a:t>
            </a:r>
          </a:p>
        </p:txBody>
      </p:sp>
      <p:sp>
        <p:nvSpPr>
          <p:cNvPr id="17" name="m-row-plus-0">
            <a:extLst xmlns:a="http://schemas.openxmlformats.org/drawingml/2006/main">
              <a:ext uri="{FF2B5EF4-FFF2-40B4-BE49-F238E27FC236}">
                <a16:creationId xmlns:a16="http://schemas.microsoft.com/office/drawing/2014/main" id="{5C4609F5-D285-4452-B7E1-ED39663B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+</a:t>
            </a:r>
          </a:p>
        </p:txBody>
      </p:sp>
      <p:sp>
        <p:nvSpPr>
          <p:cNvPr id="18" name="m-row-1">
            <a:extLst xmlns:a="http://schemas.openxmlformats.org/drawingml/2006/main">
              <a:ext uri="{FF2B5EF4-FFF2-40B4-BE49-F238E27FC236}">
                <a16:creationId xmlns:a16="http://schemas.microsoft.com/office/drawing/2014/main" id="{25CFD5F9-25DC-4910-A36D-E930D92D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2324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-row-t-1">
            <a:extLst xmlns:a="http://schemas.openxmlformats.org/drawingml/2006/main">
              <a:ext uri="{FF2B5EF4-FFF2-40B4-BE49-F238E27FC236}">
                <a16:creationId xmlns:a16="http://schemas.microsoft.com/office/drawing/2014/main" id="{3790556C-492E-434D-BCE7-8C97A35B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05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P. Nacua</a:t>
            </a:r>
          </a:p>
        </p:txBody>
      </p:sp>
      <p:sp>
        <p:nvSpPr>
          <p:cNvPr id="20" name="m-row-plus-1">
            <a:extLst xmlns:a="http://schemas.openxmlformats.org/drawingml/2006/main">
              <a:ext uri="{FF2B5EF4-FFF2-40B4-BE49-F238E27FC236}">
                <a16:creationId xmlns:a16="http://schemas.microsoft.com/office/drawing/2014/main" id="{6B156E85-A393-427B-B305-970D4600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+</a:t>
            </a:r>
          </a:p>
        </p:txBody>
      </p:sp>
      <p:sp>
        <p:nvSpPr>
          <p:cNvPr id="21" name="m-row-2">
            <a:extLst xmlns:a="http://schemas.openxmlformats.org/drawingml/2006/main">
              <a:ext uri="{FF2B5EF4-FFF2-40B4-BE49-F238E27FC236}">
                <a16:creationId xmlns:a16="http://schemas.microsoft.com/office/drawing/2014/main" id="{66542A66-8401-4EB0-BB1B-021A274D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2324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-row-t-2">
            <a:extLst xmlns:a="http://schemas.openxmlformats.org/drawingml/2006/main">
              <a:ext uri="{FF2B5EF4-FFF2-40B4-BE49-F238E27FC236}">
                <a16:creationId xmlns:a16="http://schemas.microsoft.com/office/drawing/2014/main" id="{9D30F26C-C840-4BE8-AC10-D0CF3336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00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G. Wilson</a:t>
            </a:r>
          </a:p>
        </p:txBody>
      </p:sp>
      <p:sp>
        <p:nvSpPr>
          <p:cNvPr id="23" name="m-row-plus-2">
            <a:extLst xmlns:a="http://schemas.openxmlformats.org/drawingml/2006/main">
              <a:ext uri="{FF2B5EF4-FFF2-40B4-BE49-F238E27FC236}">
                <a16:creationId xmlns:a16="http://schemas.microsoft.com/office/drawing/2014/main" id="{A7539143-B9ED-4872-9F59-14AF0CD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+</a:t>
            </a:r>
          </a:p>
        </p:txBody>
      </p:sp>
      <p:sp>
        <p:nvSpPr>
          <p:cNvPr id="24" name="m-row-3">
            <a:extLst xmlns:a="http://schemas.openxmlformats.org/drawingml/2006/main">
              <a:ext uri="{FF2B5EF4-FFF2-40B4-BE49-F238E27FC236}">
                <a16:creationId xmlns:a16="http://schemas.microsoft.com/office/drawing/2014/main" id="{1E253C25-6FA3-49B6-8796-DDA93541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2324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-row-t-3">
            <a:extLst xmlns:a="http://schemas.openxmlformats.org/drawingml/2006/main">
              <a:ext uri="{FF2B5EF4-FFF2-40B4-BE49-F238E27FC236}">
                <a16:creationId xmlns:a16="http://schemas.microsoft.com/office/drawing/2014/main" id="{25218B08-E13D-42C0-BDD1-2837540E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95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M. Harrison Jr.</a:t>
            </a:r>
          </a:p>
        </p:txBody>
      </p:sp>
      <p:sp>
        <p:nvSpPr>
          <p:cNvPr id="26" name="m-row-plus-3">
            <a:extLst xmlns:a="http://schemas.openxmlformats.org/drawingml/2006/main">
              <a:ext uri="{FF2B5EF4-FFF2-40B4-BE49-F238E27FC236}">
                <a16:creationId xmlns:a16="http://schemas.microsoft.com/office/drawing/2014/main" id="{8160F01D-5B59-48E7-A42D-0E01305C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863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+</a:t>
            </a:r>
          </a:p>
        </p:txBody>
      </p:sp>
      <p:sp>
        <p:nvSpPr>
          <p:cNvPr id="27" name="mobile-title">
            <a:extLst xmlns:a="http://schemas.openxmlformats.org/drawingml/2006/main">
              <a:ext uri="{FF2B5EF4-FFF2-40B4-BE49-F238E27FC236}">
                <a16:creationId xmlns:a16="http://schemas.microsoft.com/office/drawing/2014/main" id="{A43F1AA8-6943-45CF-8905-42A7847B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Draft owners should need only three things</a:t>
            </a:r>
          </a:p>
        </p:txBody>
      </p:sp>
      <p:sp>
        <p:nvSpPr>
          <p:cNvPr id="28" name="promise-n-0">
            <a:extLst xmlns:a="http://schemas.openxmlformats.org/drawingml/2006/main">
              <a:ext uri="{FF2B5EF4-FFF2-40B4-BE49-F238E27FC236}">
                <a16:creationId xmlns:a16="http://schemas.microsoft.com/office/drawing/2014/main" id="{97A11F04-B467-42D2-98E6-0FD1AEBF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01</a:t>
            </a:r>
          </a:p>
        </p:txBody>
      </p:sp>
      <p:sp>
        <p:nvSpPr>
          <p:cNvPr id="29" name="promise-t-0">
            <a:extLst xmlns:a="http://schemas.openxmlformats.org/drawingml/2006/main">
              <a:ext uri="{FF2B5EF4-FFF2-40B4-BE49-F238E27FC236}">
                <a16:creationId xmlns:a16="http://schemas.microsoft.com/office/drawing/2014/main" id="{960416F6-0548-47F3-BBBC-BFBB8205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Know when it’s my turn</a:t>
            </a:r>
          </a:p>
        </p:txBody>
      </p:sp>
      <p:cxnSp>
        <p:nvCxnSpPr>
          <p:cNvPr id="67" name="rule-600-354"/>
          <p:cNvCxnSpPr/>
          <p:nvPr/>
        </p:nvCxnSpPr>
        <p:spPr>
          <a:xfrm xmlns:a="http://schemas.openxmlformats.org/drawingml/2006/main">
            <a:off x="5715000" y="33718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5CDD3"/>
            </a:solidFill>
            <a:prstDash val="solid"/>
          </a:ln>
        </p:spPr>
      </p:cxnSp>
      <p:sp>
        <p:nvSpPr>
          <p:cNvPr id="31" name="promise-n-1">
            <a:extLst xmlns:a="http://schemas.openxmlformats.org/drawingml/2006/main">
              <a:ext uri="{FF2B5EF4-FFF2-40B4-BE49-F238E27FC236}">
                <a16:creationId xmlns:a16="http://schemas.microsoft.com/office/drawing/2014/main" id="{5902F0CB-0D8A-4E3F-8B75-7343B0D6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02</a:t>
            </a:r>
          </a:p>
        </p:txBody>
      </p:sp>
      <p:sp>
        <p:nvSpPr>
          <p:cNvPr id="32" name="promise-t-1">
            <a:extLst xmlns:a="http://schemas.openxmlformats.org/drawingml/2006/main">
              <a:ext uri="{FF2B5EF4-FFF2-40B4-BE49-F238E27FC236}">
                <a16:creationId xmlns:a16="http://schemas.microsoft.com/office/drawing/2014/main" id="{0139D3EC-0F8C-49FF-AC5D-79942BE3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66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See the best available players</a:t>
            </a:r>
          </a:p>
        </p:txBody>
      </p:sp>
      <p:cxnSp>
        <p:nvCxnSpPr>
          <p:cNvPr id="70" name="rule-600-444"/>
          <p:cNvCxnSpPr/>
          <p:nvPr/>
        </p:nvCxnSpPr>
        <p:spPr>
          <a:xfrm xmlns:a="http://schemas.openxmlformats.org/drawingml/2006/main">
            <a:off x="5715000" y="422910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5CDD3"/>
            </a:solidFill>
            <a:prstDash val="solid"/>
          </a:ln>
        </p:spPr>
      </p:cxnSp>
      <p:sp>
        <p:nvSpPr>
          <p:cNvPr id="34" name="promise-n-2">
            <a:extLst xmlns:a="http://schemas.openxmlformats.org/drawingml/2006/main">
              <a:ext uri="{FF2B5EF4-FFF2-40B4-BE49-F238E27FC236}">
                <a16:creationId xmlns:a16="http://schemas.microsoft.com/office/drawing/2014/main" id="{5B36A464-6466-4743-B533-8CFB611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03</a:t>
            </a:r>
          </a:p>
        </p:txBody>
      </p:sp>
      <p:sp>
        <p:nvSpPr>
          <p:cNvPr id="35" name="promise-t-2">
            <a:extLst xmlns:a="http://schemas.openxmlformats.org/drawingml/2006/main">
              <a:ext uri="{FF2B5EF4-FFF2-40B4-BE49-F238E27FC236}">
                <a16:creationId xmlns:a16="http://schemas.microsoft.com/office/drawing/2014/main" id="{BD9D3654-DF99-44F0-AE4D-1D6040E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Make one safe, confirmed pick</a:t>
            </a:r>
          </a:p>
        </p:txBody>
      </p:sp>
      <p:cxnSp>
        <p:nvCxnSpPr>
          <p:cNvPr id="73" name="rule-600-534"/>
          <p:cNvCxnSpPr/>
          <p:nvPr/>
        </p:nvCxnSpPr>
        <p:spPr>
          <a:xfrm xmlns:a="http://schemas.openxmlformats.org/drawingml/2006/main">
            <a:off x="5715000" y="50863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5CDD3"/>
            </a:solidFill>
            <a:prstDash val="solid"/>
          </a:ln>
        </p:spPr>
      </p:cxnSp>
      <p:sp>
        <p:nvSpPr>
          <p:cNvPr id="37" name="mobile-note">
            <a:extLst xmlns:a="http://schemas.openxmlformats.org/drawingml/2006/main">
              <a:ext uri="{FF2B5EF4-FFF2-40B4-BE49-F238E27FC236}">
                <a16:creationId xmlns:a16="http://schemas.microsoft.com/office/drawing/2014/main" id="{9BAA9B86-5725-4B76-B003-6DEEFA21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Mobile support is a release priority—not a decorative afterthought.</a:t>
            </a:r>
          </a:p>
        </p:txBody>
      </p:sp>
    </p:spTree>
    <p:extLst>
      <p:ext uri="{BB962C8B-B14F-4D97-AF65-F5344CB8AC3E}">
        <p14:creationId xmlns:p14="http://schemas.microsoft.com/office/powerpoint/2010/main" val="1302945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1">
            <a:extLst xmlns:a="http://schemas.openxmlformats.org/drawingml/2006/main">
              <a:ext uri="{FF2B5EF4-FFF2-40B4-BE49-F238E27FC236}">
                <a16:creationId xmlns:a16="http://schemas.microsoft.com/office/drawing/2014/main" id="{E80E3720-B8ED-4645-95B6-047959AE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CAPABILITY MAP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6539DA50-7765-4FEF-8243-088BF860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What has shipped so far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0732ECD8-0400-4480-827E-1CDEE277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11</a:t>
            </a:r>
          </a:p>
        </p:txBody>
      </p:sp>
      <p:sp>
        <p:nvSpPr>
          <p:cNvPr id="4" name="cap-0">
            <a:extLst xmlns:a="http://schemas.openxmlformats.org/drawingml/2006/main">
              <a:ext uri="{FF2B5EF4-FFF2-40B4-BE49-F238E27FC236}">
                <a16:creationId xmlns:a16="http://schemas.microsoft.com/office/drawing/2014/main" id="{E420E890-3E9D-44B7-B67E-1D2A122C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p-title-0">
            <a:extLst xmlns:a="http://schemas.openxmlformats.org/drawingml/2006/main">
              <a:ext uri="{FF2B5EF4-FFF2-40B4-BE49-F238E27FC236}">
                <a16:creationId xmlns:a16="http://schemas.microsoft.com/office/drawing/2014/main" id="{BB1B60F5-609D-4760-B65E-8C80D6C0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Multiplayer core</a:t>
            </a:r>
          </a:p>
        </p:txBody>
      </p:sp>
      <p:sp>
        <p:nvSpPr>
          <p:cNvPr id="6" name="dot-68-284">
            <a:extLst xmlns:a="http://schemas.openxmlformats.org/drawingml/2006/main">
              <a:ext uri="{FF2B5EF4-FFF2-40B4-BE49-F238E27FC236}">
                <a16:creationId xmlns:a16="http://schemas.microsoft.com/office/drawing/2014/main" id="{642B30AA-0279-48F1-AB1C-DD380B2C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-item-0-0">
            <a:extLst xmlns:a="http://schemas.openxmlformats.org/drawingml/2006/main">
              <a:ext uri="{FF2B5EF4-FFF2-40B4-BE49-F238E27FC236}">
                <a16:creationId xmlns:a16="http://schemas.microsoft.com/office/drawing/2014/main" id="{19761F67-AEC4-4C0D-8EAC-E9B9708F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Realtime room updates</a:t>
            </a:r>
          </a:p>
        </p:txBody>
      </p:sp>
      <p:sp>
        <p:nvSpPr>
          <p:cNvPr id="8" name="dot-68-332">
            <a:extLst xmlns:a="http://schemas.openxmlformats.org/drawingml/2006/main">
              <a:ext uri="{FF2B5EF4-FFF2-40B4-BE49-F238E27FC236}">
                <a16:creationId xmlns:a16="http://schemas.microsoft.com/office/drawing/2014/main" id="{AFD70919-8925-4423-AF07-D64DDA91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p-item-0-1">
            <a:extLst xmlns:a="http://schemas.openxmlformats.org/drawingml/2006/main">
              <a:ext uri="{FF2B5EF4-FFF2-40B4-BE49-F238E27FC236}">
                <a16:creationId xmlns:a16="http://schemas.microsoft.com/office/drawing/2014/main" id="{563E5D81-24F7-4179-A1D2-6B0D494A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Atomic picks</a:t>
            </a:r>
          </a:p>
        </p:txBody>
      </p:sp>
      <p:sp>
        <p:nvSpPr>
          <p:cNvPr id="10" name="dot-68-380">
            <a:extLst xmlns:a="http://schemas.openxmlformats.org/drawingml/2006/main">
              <a:ext uri="{FF2B5EF4-FFF2-40B4-BE49-F238E27FC236}">
                <a16:creationId xmlns:a16="http://schemas.microsoft.com/office/drawing/2014/main" id="{3467430A-8C16-4B92-8D1F-7B8897D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-item-0-2">
            <a:extLst xmlns:a="http://schemas.openxmlformats.org/drawingml/2006/main">
              <a:ext uri="{FF2B5EF4-FFF2-40B4-BE49-F238E27FC236}">
                <a16:creationId xmlns:a16="http://schemas.microsoft.com/office/drawing/2014/main" id="{4DC6BB6F-90C6-4C59-8CFF-129C4D23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Reconnect recovery</a:t>
            </a:r>
          </a:p>
        </p:txBody>
      </p:sp>
      <p:sp>
        <p:nvSpPr>
          <p:cNvPr id="12" name="dot-68-428">
            <a:extLst xmlns:a="http://schemas.openxmlformats.org/drawingml/2006/main">
              <a:ext uri="{FF2B5EF4-FFF2-40B4-BE49-F238E27FC236}">
                <a16:creationId xmlns:a16="http://schemas.microsoft.com/office/drawing/2014/main" id="{E15CBF11-E95E-4D21-8594-04C0DD55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item-0-3">
            <a:extLst xmlns:a="http://schemas.openxmlformats.org/drawingml/2006/main">
              <a:ext uri="{FF2B5EF4-FFF2-40B4-BE49-F238E27FC236}">
                <a16:creationId xmlns:a16="http://schemas.microsoft.com/office/drawing/2014/main" id="{F78BE12E-7069-4CA3-9326-0FBB8D02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Synchronized timer</a:t>
            </a:r>
          </a:p>
        </p:txBody>
      </p:sp>
      <p:sp>
        <p:nvSpPr>
          <p:cNvPr id="14" name="dot-68-476">
            <a:extLst xmlns:a="http://schemas.openxmlformats.org/drawingml/2006/main">
              <a:ext uri="{FF2B5EF4-FFF2-40B4-BE49-F238E27FC236}">
                <a16:creationId xmlns:a16="http://schemas.microsoft.com/office/drawing/2014/main" id="{5C0F2906-97D4-4C47-904A-78792DF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-item-0-4">
            <a:extLst xmlns:a="http://schemas.openxmlformats.org/drawingml/2006/main">
              <a:ext uri="{FF2B5EF4-FFF2-40B4-BE49-F238E27FC236}">
                <a16:creationId xmlns:a16="http://schemas.microsoft.com/office/drawing/2014/main" id="{C6B06989-02EB-439E-9E43-F59CCA2A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Pause / resume / undo</a:t>
            </a:r>
          </a:p>
        </p:txBody>
      </p:sp>
      <p:sp>
        <p:nvSpPr>
          <p:cNvPr id="16" name="cap-1">
            <a:extLst xmlns:a="http://schemas.openxmlformats.org/drawingml/2006/main">
              <a:ext uri="{FF2B5EF4-FFF2-40B4-BE49-F238E27FC236}">
                <a16:creationId xmlns:a16="http://schemas.microsoft.com/office/drawing/2014/main" id="{798CD1EE-036A-4DD1-B2F0-F4E67336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p-title-1">
            <a:extLst xmlns:a="http://schemas.openxmlformats.org/drawingml/2006/main">
              <a:ext uri="{FF2B5EF4-FFF2-40B4-BE49-F238E27FC236}">
                <a16:creationId xmlns:a16="http://schemas.microsoft.com/office/drawing/2014/main" id="{795F7C12-86CD-4A79-86C0-A5642609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478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Ownership</a:t>
            </a:r>
          </a:p>
        </p:txBody>
      </p:sp>
      <p:sp>
        <p:nvSpPr>
          <p:cNvPr id="18" name="dot-368-284">
            <a:extLst xmlns:a="http://schemas.openxmlformats.org/drawingml/2006/main">
              <a:ext uri="{FF2B5EF4-FFF2-40B4-BE49-F238E27FC236}">
                <a16:creationId xmlns:a16="http://schemas.microsoft.com/office/drawing/2014/main" id="{5E4A0C76-6DDA-4621-ADB9-1959CCFC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p-item-1-0">
            <a:extLst xmlns:a="http://schemas.openxmlformats.org/drawingml/2006/main">
              <a:ext uri="{FF2B5EF4-FFF2-40B4-BE49-F238E27FC236}">
                <a16:creationId xmlns:a16="http://schemas.microsoft.com/office/drawing/2014/main" id="{A4FD3FF0-1A2C-4C44-96EF-1DF30270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81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Invite and join flows</a:t>
            </a:r>
          </a:p>
        </p:txBody>
      </p:sp>
      <p:sp>
        <p:nvSpPr>
          <p:cNvPr id="20" name="dot-368-332">
            <a:extLst xmlns:a="http://schemas.openxmlformats.org/drawingml/2006/main">
              <a:ext uri="{FF2B5EF4-FFF2-40B4-BE49-F238E27FC236}">
                <a16:creationId xmlns:a16="http://schemas.microsoft.com/office/drawing/2014/main" id="{5CA18DB8-F03E-470F-A2B6-7B8C8516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p-item-1-1">
            <a:extLst xmlns:a="http://schemas.openxmlformats.org/drawingml/2006/main">
              <a:ext uri="{FF2B5EF4-FFF2-40B4-BE49-F238E27FC236}">
                <a16:creationId xmlns:a16="http://schemas.microsoft.com/office/drawing/2014/main" id="{722B260A-9463-4D5D-8FCF-75764A08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384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Persistent league members</a:t>
            </a:r>
          </a:p>
        </p:txBody>
      </p:sp>
      <p:sp>
        <p:nvSpPr>
          <p:cNvPr id="22" name="dot-368-380">
            <a:extLst xmlns:a="http://schemas.openxmlformats.org/drawingml/2006/main">
              <a:ext uri="{FF2B5EF4-FFF2-40B4-BE49-F238E27FC236}">
                <a16:creationId xmlns:a16="http://schemas.microsoft.com/office/drawing/2014/main" id="{EF93B86A-534C-4C3F-8A5D-A33E8BF0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p-item-1-2">
            <a:extLst xmlns:a="http://schemas.openxmlformats.org/drawingml/2006/main">
              <a:ext uri="{FF2B5EF4-FFF2-40B4-BE49-F238E27FC236}">
                <a16:creationId xmlns:a16="http://schemas.microsoft.com/office/drawing/2014/main" id="{F64DF455-6580-4A28-BC5F-EFCBF038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Franchise team owners</a:t>
            </a:r>
          </a:p>
        </p:txBody>
      </p:sp>
      <p:sp>
        <p:nvSpPr>
          <p:cNvPr id="24" name="dot-368-428">
            <a:extLst xmlns:a="http://schemas.openxmlformats.org/drawingml/2006/main">
              <a:ext uri="{FF2B5EF4-FFF2-40B4-BE49-F238E27FC236}">
                <a16:creationId xmlns:a16="http://schemas.microsoft.com/office/drawing/2014/main" id="{D088A2C0-CF53-41E7-A128-C5B178A3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p-item-1-3">
            <a:extLst xmlns:a="http://schemas.openxmlformats.org/drawingml/2006/main">
              <a:ext uri="{FF2B5EF4-FFF2-40B4-BE49-F238E27FC236}">
                <a16:creationId xmlns:a16="http://schemas.microsoft.com/office/drawing/2014/main" id="{2FB53243-0E43-4115-A8F4-2125351E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Auto-assigned draft slots</a:t>
            </a:r>
          </a:p>
        </p:txBody>
      </p:sp>
      <p:sp>
        <p:nvSpPr>
          <p:cNvPr id="26" name="dot-368-476">
            <a:extLst xmlns:a="http://schemas.openxmlformats.org/drawingml/2006/main">
              <a:ext uri="{FF2B5EF4-FFF2-40B4-BE49-F238E27FC236}">
                <a16:creationId xmlns:a16="http://schemas.microsoft.com/office/drawing/2014/main" id="{86C7C286-B5BA-4CF0-B4EB-35A0EC9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ap-item-1-4">
            <a:extLst xmlns:a="http://schemas.openxmlformats.org/drawingml/2006/main">
              <a:ext uri="{FF2B5EF4-FFF2-40B4-BE49-F238E27FC236}">
                <a16:creationId xmlns:a16="http://schemas.microsoft.com/office/drawing/2014/main" id="{87FBD5C9-740A-4E94-B098-6E015394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0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Owner profile controls</a:t>
            </a:r>
          </a:p>
        </p:txBody>
      </p:sp>
      <p:sp>
        <p:nvSpPr>
          <p:cNvPr id="28" name="cap-2">
            <a:extLst xmlns:a="http://schemas.openxmlformats.org/drawingml/2006/main">
              <a:ext uri="{FF2B5EF4-FFF2-40B4-BE49-F238E27FC236}">
                <a16:creationId xmlns:a16="http://schemas.microsoft.com/office/drawing/2014/main" id="{51FB16D2-D9CD-4BBA-83E2-8AC38CAB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192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p-title-2">
            <a:extLst xmlns:a="http://schemas.openxmlformats.org/drawingml/2006/main">
              <a:ext uri="{FF2B5EF4-FFF2-40B4-BE49-F238E27FC236}">
                <a16:creationId xmlns:a16="http://schemas.microsoft.com/office/drawing/2014/main" id="{6784A0CB-FE92-495A-929A-D4E0FF2F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Commissioner</a:t>
            </a:r>
          </a:p>
        </p:txBody>
      </p:sp>
      <p:sp>
        <p:nvSpPr>
          <p:cNvPr id="30" name="dot-668-284">
            <a:extLst xmlns:a="http://schemas.openxmlformats.org/drawingml/2006/main">
              <a:ext uri="{FF2B5EF4-FFF2-40B4-BE49-F238E27FC236}">
                <a16:creationId xmlns:a16="http://schemas.microsoft.com/office/drawing/2014/main" id="{25DDAF89-DE82-4176-AC69-6F9A7848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ap-item-2-0">
            <a:extLst xmlns:a="http://schemas.openxmlformats.org/drawingml/2006/main">
              <a:ext uri="{FF2B5EF4-FFF2-40B4-BE49-F238E27FC236}">
                <a16:creationId xmlns:a16="http://schemas.microsoft.com/office/drawing/2014/main" id="{30D0636D-30DA-446D-A3FA-CF5EB2F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All-team visibility</a:t>
            </a:r>
          </a:p>
        </p:txBody>
      </p:sp>
      <p:sp>
        <p:nvSpPr>
          <p:cNvPr id="32" name="dot-668-332">
            <a:extLst xmlns:a="http://schemas.openxmlformats.org/drawingml/2006/main">
              <a:ext uri="{FF2B5EF4-FFF2-40B4-BE49-F238E27FC236}">
                <a16:creationId xmlns:a16="http://schemas.microsoft.com/office/drawing/2014/main" id="{615185AD-6CFE-4F8B-B6F5-3E3CCDF9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ap-item-2-1">
            <a:extLst xmlns:a="http://schemas.openxmlformats.org/drawingml/2006/main">
              <a:ext uri="{FF2B5EF4-FFF2-40B4-BE49-F238E27FC236}">
                <a16:creationId xmlns:a16="http://schemas.microsoft.com/office/drawing/2014/main" id="{5288F499-8971-4BB6-A8A9-675445F1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Participant recovery</a:t>
            </a:r>
          </a:p>
        </p:txBody>
      </p:sp>
      <p:sp>
        <p:nvSpPr>
          <p:cNvPr id="34" name="dot-668-380">
            <a:extLst xmlns:a="http://schemas.openxmlformats.org/drawingml/2006/main">
              <a:ext uri="{FF2B5EF4-FFF2-40B4-BE49-F238E27FC236}">
                <a16:creationId xmlns:a16="http://schemas.microsoft.com/office/drawing/2014/main" id="{8895DCD5-3DC9-4C8F-BA46-BBB2BF5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p-item-2-2">
            <a:extLst xmlns:a="http://schemas.openxmlformats.org/drawingml/2006/main">
              <a:ext uri="{FF2B5EF4-FFF2-40B4-BE49-F238E27FC236}">
                <a16:creationId xmlns:a16="http://schemas.microsoft.com/office/drawing/2014/main" id="{DE3395F5-A1D4-4744-BE56-0A9D607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Edit a pick</a:t>
            </a:r>
          </a:p>
        </p:txBody>
      </p:sp>
      <p:sp>
        <p:nvSpPr>
          <p:cNvPr id="36" name="dot-668-428">
            <a:extLst xmlns:a="http://schemas.openxmlformats.org/drawingml/2006/main">
              <a:ext uri="{FF2B5EF4-FFF2-40B4-BE49-F238E27FC236}">
                <a16:creationId xmlns:a16="http://schemas.microsoft.com/office/drawing/2014/main" id="{FC9AAC3C-5460-40B4-9FC4-0109943A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p-item-2-3">
            <a:extLst xmlns:a="http://schemas.openxmlformats.org/drawingml/2006/main">
              <a:ext uri="{FF2B5EF4-FFF2-40B4-BE49-F238E27FC236}">
                <a16:creationId xmlns:a16="http://schemas.microsoft.com/office/drawing/2014/main" id="{25969F49-09BD-40BA-AF0B-317429F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Reset and clock controls</a:t>
            </a:r>
          </a:p>
        </p:txBody>
      </p:sp>
      <p:sp>
        <p:nvSpPr>
          <p:cNvPr id="38" name="dot-668-476">
            <a:extLst xmlns:a="http://schemas.openxmlformats.org/drawingml/2006/main">
              <a:ext uri="{FF2B5EF4-FFF2-40B4-BE49-F238E27FC236}">
                <a16:creationId xmlns:a16="http://schemas.microsoft.com/office/drawing/2014/main" id="{772D7951-9E1B-444B-917D-D7B54C54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ap-item-2-4">
            <a:extLst xmlns:a="http://schemas.openxmlformats.org/drawingml/2006/main">
              <a:ext uri="{FF2B5EF4-FFF2-40B4-BE49-F238E27FC236}">
                <a16:creationId xmlns:a16="http://schemas.microsoft.com/office/drawing/2014/main" id="{232C70D9-4E9B-4CD8-86BE-3F56C1F1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Team and league settings</a:t>
            </a:r>
          </a:p>
        </p:txBody>
      </p:sp>
      <p:sp>
        <p:nvSpPr>
          <p:cNvPr id="40" name="cap-3">
            <a:extLst xmlns:a="http://schemas.openxmlformats.org/drawingml/2006/main">
              <a:ext uri="{FF2B5EF4-FFF2-40B4-BE49-F238E27FC236}">
                <a16:creationId xmlns:a16="http://schemas.microsoft.com/office/drawing/2014/main" id="{DF9C4637-3AE2-4AB9-A29C-D4814533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192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ap-title-3">
            <a:extLst xmlns:a="http://schemas.openxmlformats.org/drawingml/2006/main">
              <a:ext uri="{FF2B5EF4-FFF2-40B4-BE49-F238E27FC236}">
                <a16:creationId xmlns:a16="http://schemas.microsoft.com/office/drawing/2014/main" id="{9945B8A8-6C93-4FFA-8DFD-5AFB5B2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478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League platform</a:t>
            </a:r>
          </a:p>
        </p:txBody>
      </p:sp>
      <p:sp>
        <p:nvSpPr>
          <p:cNvPr id="42" name="dot-968-284">
            <a:extLst xmlns:a="http://schemas.openxmlformats.org/drawingml/2006/main">
              <a:ext uri="{FF2B5EF4-FFF2-40B4-BE49-F238E27FC236}">
                <a16:creationId xmlns:a16="http://schemas.microsoft.com/office/drawing/2014/main" id="{7C49F0A5-E05F-422C-BCF1-9945CF33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ap-item-3-0">
            <a:extLst xmlns:a="http://schemas.openxmlformats.org/drawingml/2006/main">
              <a:ext uri="{FF2B5EF4-FFF2-40B4-BE49-F238E27FC236}">
                <a16:creationId xmlns:a16="http://schemas.microsoft.com/office/drawing/2014/main" id="{64D98527-0BED-4167-8978-6AD00DB6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81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Dashboard + workspaces</a:t>
            </a:r>
          </a:p>
        </p:txBody>
      </p:sp>
      <p:sp>
        <p:nvSpPr>
          <p:cNvPr id="44" name="dot-968-332">
            <a:extLst xmlns:a="http://schemas.openxmlformats.org/drawingml/2006/main">
              <a:ext uri="{FF2B5EF4-FFF2-40B4-BE49-F238E27FC236}">
                <a16:creationId xmlns:a16="http://schemas.microsoft.com/office/drawing/2014/main" id="{7F8D61C5-8457-4131-92CB-A92739E5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ap-item-3-1">
            <a:extLst xmlns:a="http://schemas.openxmlformats.org/drawingml/2006/main">
              <a:ext uri="{FF2B5EF4-FFF2-40B4-BE49-F238E27FC236}">
                <a16:creationId xmlns:a16="http://schemas.microsoft.com/office/drawing/2014/main" id="{70DA54A4-9BEC-4D0C-8BB3-473377E0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384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Seasons and draft creation</a:t>
            </a:r>
          </a:p>
        </p:txBody>
      </p:sp>
      <p:sp>
        <p:nvSpPr>
          <p:cNvPr id="46" name="dot-968-380">
            <a:extLst xmlns:a="http://schemas.openxmlformats.org/drawingml/2006/main">
              <a:ext uri="{FF2B5EF4-FFF2-40B4-BE49-F238E27FC236}">
                <a16:creationId xmlns:a16="http://schemas.microsoft.com/office/drawing/2014/main" id="{34F21E4D-4FBF-467D-8CAE-5A6E28E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ap-item-3-2">
            <a:extLst xmlns:a="http://schemas.openxmlformats.org/drawingml/2006/main">
              <a:ext uri="{FF2B5EF4-FFF2-40B4-BE49-F238E27FC236}">
                <a16:creationId xmlns:a16="http://schemas.microsoft.com/office/drawing/2014/main" id="{51C05E67-DEDA-498C-9DEC-5D415D87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League branding</a:t>
            </a:r>
          </a:p>
        </p:txBody>
      </p:sp>
      <p:sp>
        <p:nvSpPr>
          <p:cNvPr id="48" name="dot-968-428">
            <a:extLst xmlns:a="http://schemas.openxmlformats.org/drawingml/2006/main">
              <a:ext uri="{FF2B5EF4-FFF2-40B4-BE49-F238E27FC236}">
                <a16:creationId xmlns:a16="http://schemas.microsoft.com/office/drawing/2014/main" id="{E390A0F7-F6CC-4460-A852-1AC010D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ap-item-3-3">
            <a:extLst xmlns:a="http://schemas.openxmlformats.org/drawingml/2006/main">
              <a:ext uri="{FF2B5EF4-FFF2-40B4-BE49-F238E27FC236}">
                <a16:creationId xmlns:a16="http://schemas.microsoft.com/office/drawing/2014/main" id="{40ADD35C-462E-48B6-83FE-BFDA9FC3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52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Chat and lobby</a:t>
            </a:r>
          </a:p>
        </p:txBody>
      </p:sp>
      <p:sp>
        <p:nvSpPr>
          <p:cNvPr id="50" name="dot-968-476">
            <a:extLst xmlns:a="http://schemas.openxmlformats.org/drawingml/2006/main">
              <a:ext uri="{FF2B5EF4-FFF2-40B4-BE49-F238E27FC236}">
                <a16:creationId xmlns:a16="http://schemas.microsoft.com/office/drawing/2014/main" id="{750A0476-8AA8-4B06-8C61-9B770F0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ap-item-3-4">
            <a:extLst xmlns:a="http://schemas.openxmlformats.org/drawingml/2006/main">
              <a:ext uri="{FF2B5EF4-FFF2-40B4-BE49-F238E27FC236}">
                <a16:creationId xmlns:a16="http://schemas.microsoft.com/office/drawing/2014/main" id="{0855419B-34F8-4BD2-8BC6-66EE06FD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10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Sleeper + provider previews</a:t>
            </a:r>
          </a:p>
        </p:txBody>
      </p:sp>
      <p:sp>
        <p:nvSpPr>
          <p:cNvPr id="52" name="cap-bottom">
            <a:extLst xmlns:a="http://schemas.openxmlformats.org/drawingml/2006/main">
              <a:ext uri="{FF2B5EF4-FFF2-40B4-BE49-F238E27FC236}">
                <a16:creationId xmlns:a16="http://schemas.microsoft.com/office/drawing/2014/main" id="{04C433FE-D0D0-46F6-9398-5238079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ap-bottom-text">
            <a:extLst xmlns:a="http://schemas.openxmlformats.org/drawingml/2006/main">
              <a:ext uri="{FF2B5EF4-FFF2-40B4-BE49-F238E27FC236}">
                <a16:creationId xmlns:a16="http://schemas.microsoft.com/office/drawing/2014/main" id="{B79E5D59-AAE9-4817-A035-2EE39D54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 important part: this is no longer a static draft board. It is a connected, role-aware league workflow.</a:t>
            </a:r>
          </a:p>
        </p:txBody>
      </p:sp>
    </p:spTree>
    <p:extLst>
      <p:ext uri="{BB962C8B-B14F-4D97-AF65-F5344CB8AC3E}">
        <p14:creationId xmlns:p14="http://schemas.microsoft.com/office/powerpoint/2010/main" val="284907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2">
            <a:extLst xmlns:a="http://schemas.openxmlformats.org/drawingml/2006/main">
              <a:ext uri="{FF2B5EF4-FFF2-40B4-BE49-F238E27FC236}">
                <a16:creationId xmlns:a16="http://schemas.microsoft.com/office/drawing/2014/main" id="{63BDD339-491C-4113-A318-C81BC09D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READINESS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96557ED-64ED-44B2-9129-B4E7E268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A lot works—and the next job is trust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C5F91602-CDF1-4FC9-9877-414BA5C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12</a:t>
            </a:r>
          </a:p>
        </p:txBody>
      </p:sp>
      <p:sp>
        <p:nvSpPr>
          <p:cNvPr id="4" name="ready-0">
            <a:extLst xmlns:a="http://schemas.openxmlformats.org/drawingml/2006/main">
              <a:ext uri="{FF2B5EF4-FFF2-40B4-BE49-F238E27FC236}">
                <a16:creationId xmlns:a16="http://schemas.microsoft.com/office/drawing/2014/main" id="{12F0942E-F3D0-401B-B834-AB50E66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ady-n-0">
            <a:extLst xmlns:a="http://schemas.openxmlformats.org/drawingml/2006/main">
              <a:ext uri="{FF2B5EF4-FFF2-40B4-BE49-F238E27FC236}">
                <a16:creationId xmlns:a16="http://schemas.microsoft.com/office/drawing/2014/main" id="{AE686699-6041-4F1B-988D-B82B57D9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A36D"/>
                </a:solidFill>
              </a:defRPr>
            </a:pPr>
            <a:r>
              <a:rPr sz="3000" b="1">
                <a:solidFill>
                  <a:srgbClr val="16A36D"/>
                </a:solidFill>
              </a:rPr>
              <a:t>PASS</a:t>
            </a:r>
          </a:p>
        </p:txBody>
      </p:sp>
      <p:sp>
        <p:nvSpPr>
          <p:cNvPr id="6" name="ready-d-0">
            <a:extLst xmlns:a="http://schemas.openxmlformats.org/drawingml/2006/main">
              <a:ext uri="{FF2B5EF4-FFF2-40B4-BE49-F238E27FC236}">
                <a16:creationId xmlns:a16="http://schemas.microsoft.com/office/drawing/2014/main" id="{EF063E26-7B89-4E63-B6A3-817C65B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Production build</a:t>
            </a:r>
          </a:p>
        </p:txBody>
      </p:sp>
      <p:sp>
        <p:nvSpPr>
          <p:cNvPr id="7" name="ready-1">
            <a:extLst xmlns:a="http://schemas.openxmlformats.org/drawingml/2006/main">
              <a:ext uri="{FF2B5EF4-FFF2-40B4-BE49-F238E27FC236}">
                <a16:creationId xmlns:a16="http://schemas.microsoft.com/office/drawing/2014/main" id="{D5550817-6A2D-415A-BFE1-BCB5F179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62125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ady-n-1">
            <a:extLst xmlns:a="http://schemas.openxmlformats.org/drawingml/2006/main">
              <a:ext uri="{FF2B5EF4-FFF2-40B4-BE49-F238E27FC236}">
                <a16:creationId xmlns:a16="http://schemas.microsoft.com/office/drawing/2014/main" id="{AB4AF37D-CE0A-4996-947F-4D40E9D7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8F84"/>
                </a:solidFill>
              </a:defRPr>
            </a:pPr>
            <a:r>
              <a:rPr sz="3000" b="1">
                <a:solidFill>
                  <a:srgbClr val="0F8F84"/>
                </a:solidFill>
              </a:rPr>
              <a:t>142 / 142</a:t>
            </a:r>
          </a:p>
        </p:txBody>
      </p:sp>
      <p:sp>
        <p:nvSpPr>
          <p:cNvPr id="9" name="ready-d-1">
            <a:extLst xmlns:a="http://schemas.openxmlformats.org/drawingml/2006/main">
              <a:ext uri="{FF2B5EF4-FFF2-40B4-BE49-F238E27FC236}">
                <a16:creationId xmlns:a16="http://schemas.microsoft.com/office/drawing/2014/main" id="{407B021E-6926-4F7C-A4F4-E5883FE1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Focused unit tests</a:t>
            </a:r>
          </a:p>
        </p:txBody>
      </p:sp>
      <p:sp>
        <p:nvSpPr>
          <p:cNvPr id="10" name="ready-2">
            <a:extLst xmlns:a="http://schemas.openxmlformats.org/drawingml/2006/main">
              <a:ext uri="{FF2B5EF4-FFF2-40B4-BE49-F238E27FC236}">
                <a16:creationId xmlns:a16="http://schemas.microsoft.com/office/drawing/2014/main" id="{49A56766-697E-4293-B656-8AA9A8BE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ady-n-2">
            <a:extLst xmlns:a="http://schemas.openxmlformats.org/drawingml/2006/main">
              <a:ext uri="{FF2B5EF4-FFF2-40B4-BE49-F238E27FC236}">
                <a16:creationId xmlns:a16="http://schemas.microsoft.com/office/drawing/2014/main" id="{2BF6D847-C924-4AE0-96DE-426723FE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65C5C"/>
                </a:solidFill>
              </a:defRPr>
            </a:pPr>
            <a:r>
              <a:rPr sz="3000" b="1">
                <a:solidFill>
                  <a:srgbClr val="D65C5C"/>
                </a:solidFill>
              </a:rPr>
              <a:t>16</a:t>
            </a:r>
          </a:p>
        </p:txBody>
      </p:sp>
      <p:sp>
        <p:nvSpPr>
          <p:cNvPr id="12" name="ready-d-2">
            <a:extLst xmlns:a="http://schemas.openxmlformats.org/drawingml/2006/main">
              <a:ext uri="{FF2B5EF4-FFF2-40B4-BE49-F238E27FC236}">
                <a16:creationId xmlns:a16="http://schemas.microsoft.com/office/drawing/2014/main" id="{FFCE961A-2620-4301-8F35-E26754E1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Source lint errors</a:t>
            </a:r>
          </a:p>
        </p:txBody>
      </p:sp>
      <p:sp>
        <p:nvSpPr>
          <p:cNvPr id="13" name="ready-3">
            <a:extLst xmlns:a="http://schemas.openxmlformats.org/drawingml/2006/main">
              <a:ext uri="{FF2B5EF4-FFF2-40B4-BE49-F238E27FC236}">
                <a16:creationId xmlns:a16="http://schemas.microsoft.com/office/drawing/2014/main" id="{2A1D2621-A2D4-4890-9CD2-3B8B5828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y-n-3">
            <a:extLst xmlns:a="http://schemas.openxmlformats.org/drawingml/2006/main">
              <a:ext uri="{FF2B5EF4-FFF2-40B4-BE49-F238E27FC236}">
                <a16:creationId xmlns:a16="http://schemas.microsoft.com/office/drawing/2014/main" id="{685148FA-790F-44CA-AD63-95B5D68D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29A27"/>
                </a:solidFill>
              </a:defRPr>
            </a:pPr>
            <a:r>
              <a:rPr sz="3000" b="1">
                <a:solidFill>
                  <a:srgbClr val="E29A27"/>
                </a:solidFill>
              </a:rPr>
              <a:t>NEXT</a:t>
            </a:r>
          </a:p>
        </p:txBody>
      </p:sp>
      <p:sp>
        <p:nvSpPr>
          <p:cNvPr id="15" name="ready-d-3">
            <a:extLst xmlns:a="http://schemas.openxmlformats.org/drawingml/2006/main">
              <a:ext uri="{FF2B5EF4-FFF2-40B4-BE49-F238E27FC236}">
                <a16:creationId xmlns:a16="http://schemas.microsoft.com/office/drawing/2014/main" id="{BD46A3AF-BA3F-45E6-8CE5-15F7CABD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End-to-end hardening</a:t>
            </a:r>
          </a:p>
        </p:txBody>
      </p:sp>
      <p:sp>
        <p:nvSpPr>
          <p:cNvPr id="16" name="ready-thesis">
            <a:extLst xmlns:a="http://schemas.openxmlformats.org/drawingml/2006/main">
              <a:ext uri="{FF2B5EF4-FFF2-40B4-BE49-F238E27FC236}">
                <a16:creationId xmlns:a16="http://schemas.microsoft.com/office/drawing/2014/main" id="{1ABB3530-1C90-4732-8A43-7279B6FA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The product has moved faster than its verification layer.</a:t>
            </a:r>
          </a:p>
        </p:txBody>
      </p:sp>
      <p:sp>
        <p:nvSpPr>
          <p:cNvPr id="17" name="ready-copy">
            <a:extLst xmlns:a="http://schemas.openxmlformats.org/drawingml/2006/main">
              <a:ext uri="{FF2B5EF4-FFF2-40B4-BE49-F238E27FC236}">
                <a16:creationId xmlns:a16="http://schemas.microsoft.com/office/drawing/2014/main" id="{A9A5988F-E72A-4375-987C-0F2516B9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The right next move is a stabilization sprint: atomic setup operations, secured elevated routes, green lint, and realistic multiplayer regression coverage.</a:t>
            </a:r>
          </a:p>
        </p:txBody>
      </p:sp>
      <p:sp>
        <p:nvSpPr>
          <p:cNvPr id="18" name="pill-BUILD CONFIDENCE BEFORE MORE SURFACE AREA-42">
            <a:extLst xmlns:a="http://schemas.openxmlformats.org/drawingml/2006/main">
              <a:ext uri="{FF2B5EF4-FFF2-40B4-BE49-F238E27FC236}">
                <a16:creationId xmlns:a16="http://schemas.microsoft.com/office/drawing/2014/main" id="{BF118A83-5073-4F50-B62E-3A0182FB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3524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ll-text-BUILD CONFIDENCE BEFORE MORE SURFACE AREA-42">
            <a:extLst xmlns:a="http://schemas.openxmlformats.org/drawingml/2006/main">
              <a:ext uri="{FF2B5EF4-FFF2-40B4-BE49-F238E27FC236}">
                <a16:creationId xmlns:a16="http://schemas.microsoft.com/office/drawing/2014/main" id="{220260F9-2206-4CE8-AD2A-EEFD0CE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9A27"/>
                </a:solidFill>
              </a:defRPr>
            </a:pPr>
            <a:r>
              <a:rPr sz="975" b="1">
                <a:solidFill>
                  <a:srgbClr val="E29A27"/>
                </a:solidFill>
              </a:rPr>
              <a:t>BUILD CONFIDENCE BEFORE MORE SURFACE AREA</a:t>
            </a:r>
          </a:p>
        </p:txBody>
      </p:sp>
    </p:spTree>
    <p:extLst>
      <p:ext uri="{BB962C8B-B14F-4D97-AF65-F5344CB8AC3E}">
        <p14:creationId xmlns:p14="http://schemas.microsoft.com/office/powerpoint/2010/main" val="7481875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3">
            <a:extLst xmlns:a="http://schemas.openxmlformats.org/drawingml/2006/main">
              <a:ext uri="{FF2B5EF4-FFF2-40B4-BE49-F238E27FC236}">
                <a16:creationId xmlns:a16="http://schemas.microsoft.com/office/drawing/2014/main" id="{45F6FC90-FFF8-46DF-9700-959E595E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ROADMAP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015A6579-11E9-4585-9A9B-3123843E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Planned sequence from here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E0B38956-EFC7-44B6-B75C-052422A5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13</a:t>
            </a:r>
          </a:p>
        </p:txBody>
      </p:sp>
      <p:cxnSp>
        <p:nvCxnSpPr>
          <p:cNvPr id="31" name="rule-42-315"/>
          <p:cNvCxnSpPr/>
          <p:nvPr/>
        </p:nvCxnSpPr>
        <p:spPr>
          <a:xfrm xmlns:a="http://schemas.openxmlformats.org/drawingml/2006/main">
            <a:off x="400050" y="3000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DD3"/>
            </a:solidFill>
            <a:prstDash val="solid"/>
          </a:ln>
        </p:spPr>
      </p:cxnSp>
      <p:sp>
        <p:nvSpPr>
          <p:cNvPr id="5" name="dot-52-309">
            <a:extLst xmlns:a="http://schemas.openxmlformats.org/drawingml/2006/main">
              <a:ext uri="{FF2B5EF4-FFF2-40B4-BE49-F238E27FC236}">
                <a16:creationId xmlns:a16="http://schemas.microsoft.com/office/drawing/2014/main" id="{6CA27B60-09CE-4943-8A13-65537FD5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ll-NOW-42">
            <a:extLst xmlns:a="http://schemas.openxmlformats.org/drawingml/2006/main">
              <a:ext uri="{FF2B5EF4-FFF2-40B4-BE49-F238E27FC236}">
                <a16:creationId xmlns:a16="http://schemas.microsoft.com/office/drawing/2014/main" id="{7FC44E5F-4722-4EBC-B4F6-A9C01A39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l-text-NOW-42">
            <a:extLst xmlns:a="http://schemas.openxmlformats.org/drawingml/2006/main">
              <a:ext uri="{FF2B5EF4-FFF2-40B4-BE49-F238E27FC236}">
                <a16:creationId xmlns:a16="http://schemas.microsoft.com/office/drawing/2014/main" id="{79B188C5-8127-48DC-ADB1-7E11252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NOW</a:t>
            </a:r>
          </a:p>
        </p:txBody>
      </p:sp>
      <p:sp>
        <p:nvSpPr>
          <p:cNvPr id="8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59E1DFC8-DEBC-4AC0-B691-A2B56838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Stabilize</a:t>
            </a:r>
          </a:p>
        </p:txBody>
      </p:sp>
      <p:sp>
        <p:nvSpPr>
          <p:cNvPr id="9" name="phase-items-0">
            <a:extLst xmlns:a="http://schemas.openxmlformats.org/drawingml/2006/main">
              <a:ext uri="{FF2B5EF4-FFF2-40B4-BE49-F238E27FC236}">
                <a16:creationId xmlns:a16="http://schemas.microsoft.com/office/drawing/2014/main" id="{2EE88D00-0B2E-43B6-B4E0-3121D606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Setup correctness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Security + lint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DB / E2E gates</a:t>
            </a:r>
          </a:p>
        </p:txBody>
      </p:sp>
      <p:sp>
        <p:nvSpPr>
          <p:cNvPr id="10" name="dot-352-309">
            <a:extLst xmlns:a="http://schemas.openxmlformats.org/drawingml/2006/main">
              <a:ext uri="{FF2B5EF4-FFF2-40B4-BE49-F238E27FC236}">
                <a16:creationId xmlns:a16="http://schemas.microsoft.com/office/drawing/2014/main" id="{A90C5DA3-BAE1-4FA4-8F0E-1811844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ill-NEXT-342">
            <a:extLst xmlns:a="http://schemas.openxmlformats.org/drawingml/2006/main">
              <a:ext uri="{FF2B5EF4-FFF2-40B4-BE49-F238E27FC236}">
                <a16:creationId xmlns:a16="http://schemas.microsoft.com/office/drawing/2014/main" id="{9B08FCD3-36BB-41D7-9DF4-52A1B147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66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ll-text-NEXT-342">
            <a:extLst xmlns:a="http://schemas.openxmlformats.org/drawingml/2006/main">
              <a:ext uri="{FF2B5EF4-FFF2-40B4-BE49-F238E27FC236}">
                <a16:creationId xmlns:a16="http://schemas.microsoft.com/office/drawing/2014/main" id="{B4EB739F-EDB8-40EE-A6A0-9C28D135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85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NEXT</a:t>
            </a:r>
          </a:p>
        </p:txBody>
      </p:sp>
      <p:sp>
        <p:nvSpPr>
          <p:cNvPr id="13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98014460-CDF7-4231-9FE7-48B8B45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Finish release core</a:t>
            </a:r>
          </a:p>
        </p:txBody>
      </p:sp>
      <p:sp>
        <p:nvSpPr>
          <p:cNvPr id="14" name="phase-items-1">
            <a:extLst xmlns:a="http://schemas.openxmlformats.org/drawingml/2006/main">
              <a:ext uri="{FF2B5EF4-FFF2-40B4-BE49-F238E27FC236}">
                <a16:creationId xmlns:a16="http://schemas.microsoft.com/office/drawing/2014/main" id="{58FDF972-EA8A-44C9-A417-ABB64C10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29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Ownership edge cases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Timer confidence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Real-device mobile</a:t>
            </a:r>
          </a:p>
        </p:txBody>
      </p:sp>
      <p:sp>
        <p:nvSpPr>
          <p:cNvPr id="15" name="dot-652-309">
            <a:extLst xmlns:a="http://schemas.openxmlformats.org/drawingml/2006/main">
              <a:ext uri="{FF2B5EF4-FFF2-40B4-BE49-F238E27FC236}">
                <a16:creationId xmlns:a16="http://schemas.microsoft.com/office/drawing/2014/main" id="{F260D401-42A8-43F5-9CB5-BCA582ED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ill-THEN-642">
            <a:extLst xmlns:a="http://schemas.openxmlformats.org/drawingml/2006/main">
              <a:ext uri="{FF2B5EF4-FFF2-40B4-BE49-F238E27FC236}">
                <a16:creationId xmlns:a16="http://schemas.microsoft.com/office/drawing/2014/main" id="{C8F6F537-6464-44B6-A87C-915F2E7B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ill-text-THEN-642">
            <a:extLst xmlns:a="http://schemas.openxmlformats.org/drawingml/2006/main">
              <a:ext uri="{FF2B5EF4-FFF2-40B4-BE49-F238E27FC236}">
                <a16:creationId xmlns:a16="http://schemas.microsoft.com/office/drawing/2014/main" id="{6B8CEA09-D23D-4E4C-B2CC-40F71C66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85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THEN</a:t>
            </a:r>
          </a:p>
        </p:txBody>
      </p:sp>
      <p:sp>
        <p:nvSpPr>
          <p:cNvPr id="18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901683BC-7F48-4318-9D2D-5E1CAD9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League continuity</a:t>
            </a:r>
          </a:p>
        </p:txBody>
      </p:sp>
      <p:sp>
        <p:nvSpPr>
          <p:cNvPr id="19" name="phase-items-2">
            <a:extLst xmlns:a="http://schemas.openxmlformats.org/drawingml/2006/main">
              <a:ext uri="{FF2B5EF4-FFF2-40B4-BE49-F238E27FC236}">
                <a16:creationId xmlns:a16="http://schemas.microsoft.com/office/drawing/2014/main" id="{DE326241-7560-4C7D-BD74-191E149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Season archive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Member archive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League history</a:t>
            </a:r>
          </a:p>
        </p:txBody>
      </p:sp>
      <p:sp>
        <p:nvSpPr>
          <p:cNvPr id="20" name="dot-952-309">
            <a:extLst xmlns:a="http://schemas.openxmlformats.org/drawingml/2006/main">
              <a:ext uri="{FF2B5EF4-FFF2-40B4-BE49-F238E27FC236}">
                <a16:creationId xmlns:a16="http://schemas.microsoft.com/office/drawing/2014/main" id="{DA5EF924-296D-4A18-A107-DD1D687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ll-LATER-942">
            <a:extLst xmlns:a="http://schemas.openxmlformats.org/drawingml/2006/main">
              <a:ext uri="{FF2B5EF4-FFF2-40B4-BE49-F238E27FC236}">
                <a16:creationId xmlns:a16="http://schemas.microsoft.com/office/drawing/2014/main" id="{527F939E-F8C0-44B4-8B05-B138C01C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66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ll-text-LATER-942">
            <a:extLst xmlns:a="http://schemas.openxmlformats.org/drawingml/2006/main">
              <a:ext uri="{FF2B5EF4-FFF2-40B4-BE49-F238E27FC236}">
                <a16:creationId xmlns:a16="http://schemas.microsoft.com/office/drawing/2014/main" id="{FDBF2B20-84CB-4A66-ADB6-F9BFCE11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85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LATER</a:t>
            </a:r>
          </a:p>
        </p:txBody>
      </p:sp>
      <p:sp>
        <p:nvSpPr>
          <p:cNvPr id="23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53288F50-54FC-4DD8-9EFA-B6BCD887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Advanced experience</a:t>
            </a:r>
          </a:p>
        </p:txBody>
      </p:sp>
      <p:sp>
        <p:nvSpPr>
          <p:cNvPr id="24" name="phase-items-3">
            <a:extLst xmlns:a="http://schemas.openxmlformats.org/drawingml/2006/main">
              <a:ext uri="{FF2B5EF4-FFF2-40B4-BE49-F238E27FC236}">
                <a16:creationId xmlns:a16="http://schemas.microsoft.com/office/drawing/2014/main" id="{44C59D6F-FF3C-481C-84E8-B6572236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Rankings polish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Landmine mode</a:t>
            </a:r>
          </a:p>
          <a:p xmlns:a="http://schemas.openxmlformats.org/drawingml/2006/main"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Walk-up songs</a:t>
            </a:r>
          </a:p>
        </p:txBody>
      </p:sp>
      <p:sp>
        <p:nvSpPr>
          <p:cNvPr id="25" name="roadmap-band">
            <a:extLst xmlns:a="http://schemas.openxmlformats.org/drawingml/2006/main">
              <a:ext uri="{FF2B5EF4-FFF2-40B4-BE49-F238E27FC236}">
                <a16:creationId xmlns:a16="http://schemas.microsoft.com/office/drawing/2014/main" id="{B50830CB-6A41-401F-9154-2B7AABAD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oadmap-band-title">
            <a:extLst xmlns:a="http://schemas.openxmlformats.org/drawingml/2006/main">
              <a:ext uri="{FF2B5EF4-FFF2-40B4-BE49-F238E27FC236}">
                <a16:creationId xmlns:a16="http://schemas.microsoft.com/office/drawing/2014/main" id="{2769F411-1625-41B3-97BD-EEE89E6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C6B3"/>
                </a:solidFill>
              </a:defRPr>
            </a:pPr>
            <a:r>
              <a:rPr sz="1350" b="1">
                <a:solidFill>
                  <a:srgbClr val="19C6B3"/>
                </a:solidFill>
              </a:rPr>
              <a:t>Guiding rule</a:t>
            </a:r>
          </a:p>
        </p:txBody>
      </p:sp>
      <p:sp>
        <p:nvSpPr>
          <p:cNvPr id="27" name="roadmap-band-copy">
            <a:extLst xmlns:a="http://schemas.openxmlformats.org/drawingml/2006/main">
              <a:ext uri="{FF2B5EF4-FFF2-40B4-BE49-F238E27FC236}">
                <a16:creationId xmlns:a16="http://schemas.microsoft.com/office/drawing/2014/main" id="{2036961F-5FC2-491E-A10E-CEE5160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Reliable multiplayer first. Every new feature earns its place by making draft night—or the league around it—meaningfully better.</a:t>
            </a:r>
          </a:p>
        </p:txBody>
      </p:sp>
    </p:spTree>
    <p:extLst>
      <p:ext uri="{BB962C8B-B14F-4D97-AF65-F5344CB8AC3E}">
        <p14:creationId xmlns:p14="http://schemas.microsoft.com/office/powerpoint/2010/main" val="19460658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DD22CB82-79B1-412E-8BEA-2D4954B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C6B3"/>
                </a:solidFill>
              </a:defRPr>
            </a:pPr>
            <a:r>
              <a:rPr sz="1125" b="1">
                <a:solidFill>
                  <a:srgbClr val="19C6B3"/>
                </a:solidFill>
              </a:rPr>
              <a:t>THE CONVERSATION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1EDDCF7-36F9-434E-92A2-C98EB5BD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DraftHQ is becoming the place a league runs—not only the screen it drafts on.</a:t>
            </a:r>
          </a:p>
        </p:txBody>
      </p:sp>
      <p:cxnSp>
        <p:nvCxnSpPr>
          <p:cNvPr id="10" name="rule-42-350"/>
          <p:cNvCxnSpPr/>
          <p:nvPr/>
        </p:nvCxnSpPr>
        <p:spPr>
          <a:xfrm xmlns:a="http://schemas.openxmlformats.org/drawingml/2006/main">
            <a:off x="400050" y="33337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465A"/>
            </a:solidFill>
            <a:prstDash val="solid"/>
          </a:ln>
        </p:spPr>
      </p:cxnSp>
      <p:sp>
        <p:nvSpPr>
          <p:cNvPr id="4" name="close-prompt">
            <a:extLst xmlns:a="http://schemas.openxmlformats.org/drawingml/2006/main">
              <a:ext uri="{FF2B5EF4-FFF2-40B4-BE49-F238E27FC236}">
                <a16:creationId xmlns:a16="http://schemas.microsoft.com/office/drawing/2014/main" id="{0A8B95FC-C64C-4DAB-BD47-419FDF08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What would make you trust this on your own draft night?</a:t>
            </a:r>
          </a:p>
        </p:txBody>
      </p:sp>
      <p:sp>
        <p:nvSpPr>
          <p:cNvPr id="5" name="close-questions">
            <a:extLst xmlns:a="http://schemas.openxmlformats.org/drawingml/2006/main">
              <a:ext uri="{FF2B5EF4-FFF2-40B4-BE49-F238E27FC236}">
                <a16:creationId xmlns:a16="http://schemas.microsoft.com/office/drawing/2014/main" id="{543B22A4-344D-4459-8076-8DC3111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3DE"/>
                </a:solidFill>
              </a:defRPr>
            </a:pPr>
            <a:r>
              <a:rPr sz="1500" b="0">
                <a:solidFill>
                  <a:srgbClr val="C8D3DE"/>
                </a:solidFill>
              </a:rPr>
              <a:t>• Which screen feels most valuable?</a:t>
            </a:r>
          </a:p>
          <a:p xmlns:a="http://schemas.openxmlformats.org/drawingml/2006/main">
            <a:pPr algn="l">
              <a:defRPr sz="1500" b="0">
                <a:solidFill>
                  <a:srgbClr val="C8D3DE"/>
                </a:solidFill>
              </a:defRPr>
            </a:pPr>
            <a:r>
              <a:rPr sz="1500" b="0">
                <a:solidFill>
                  <a:srgbClr val="C8D3DE"/>
                </a:solidFill>
              </a:rPr>
              <a:t>• What would you need before inviting your league?</a:t>
            </a:r>
          </a:p>
          <a:p xmlns:a="http://schemas.openxmlformats.org/drawingml/2006/main">
            <a:pPr algn="l">
              <a:defRPr sz="1500" b="0">
                <a:solidFill>
                  <a:srgbClr val="C8D3DE"/>
                </a:solidFill>
              </a:defRPr>
            </a:pPr>
            <a:r>
              <a:rPr sz="1500" b="0">
                <a:solidFill>
                  <a:srgbClr val="C8D3DE"/>
                </a:solidFill>
              </a:rPr>
              <a:t>• Which future feature would actually keep you coming back?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e116ad60240df"/>
          <a:stretch xmlns:a="http://schemas.openxmlformats.org/drawingml/2006/main"/>
        </p:blipFill>
        <p:spPr>
          <a:xfrm xmlns:a="http://schemas.openxmlformats.org/drawingml/2006/main">
            <a:off x="8096250" y="4900399"/>
            <a:ext cx="3238500" cy="676701"/>
          </a:xfrm>
          <a:prstGeom xmlns:a="http://schemas.openxmlformats.org/drawingml/2006/main" prst="rect">
            <a:avLst/>
          </a:prstGeom>
        </p:spPr>
      </p:pic>
      <p:sp>
        <p:nvSpPr>
          <p:cNvPr id="7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026DA6AA-B395-4C53-830C-678C3C2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48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9C6B3"/>
                </a:solidFill>
              </a:defRPr>
            </a:pPr>
            <a:r>
              <a:rPr sz="1050" b="1">
                <a:solidFill>
                  <a:srgbClr val="19C6B3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342985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2026-06-27T17:52:41.1550000Z</dcterms:created>
  <dcterms:modified xsi:type="dcterms:W3CDTF">2026-06-27T17:52:41.1550000Z</dcterms:modified>
</coreProperties>
</file>